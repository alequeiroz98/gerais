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17"/>
  </p:notesMasterIdLst>
  <p:sldIdLst>
    <p:sldId id="2147378985" r:id="rId6"/>
    <p:sldId id="266" r:id="rId7"/>
    <p:sldId id="256" r:id="rId8"/>
    <p:sldId id="257" r:id="rId9"/>
    <p:sldId id="2147378989" r:id="rId10"/>
    <p:sldId id="2147378988" r:id="rId11"/>
    <p:sldId id="258" r:id="rId12"/>
    <p:sldId id="259" r:id="rId13"/>
    <p:sldId id="260" r:id="rId14"/>
    <p:sldId id="261" r:id="rId15"/>
    <p:sldId id="2147378986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56112-9ACE-4CE9-8378-C08FD3B87488}" v="287" dt="2026-08-29T00:27:48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iroz, Alexandre" userId="61f96136-1593-48e1-a13d-d59b0e357e79" providerId="ADAL" clId="{CE5B20F4-D6E3-4FAA-AB87-BDA7A9DC633E}"/>
    <pc:docChg chg="undo redo custSel addSld delSld modSld">
      <pc:chgData name="Queiroz, Alexandre" userId="61f96136-1593-48e1-a13d-d59b0e357e79" providerId="ADAL" clId="{CE5B20F4-D6E3-4FAA-AB87-BDA7A9DC633E}" dt="2026-08-29T00:32:14.641" v="871" actId="6549"/>
      <pc:docMkLst>
        <pc:docMk/>
      </pc:docMkLst>
      <pc:sldChg chg="modSp mod modShow">
        <pc:chgData name="Queiroz, Alexandre" userId="61f96136-1593-48e1-a13d-d59b0e357e79" providerId="ADAL" clId="{CE5B20F4-D6E3-4FAA-AB87-BDA7A9DC633E}" dt="2026-08-29T00:26:06.169" v="715" actId="729"/>
        <pc:sldMkLst>
          <pc:docMk/>
          <pc:sldMk cId="0" sldId="256"/>
        </pc:sldMkLst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48.636" v="256" actId="122"/>
          <ac:spMkLst>
            <pc:docMk/>
            <pc:sldMk cId="0" sldId="256"/>
            <ac:spMk id="9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10.166" v="27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2:46.016" v="356" actId="404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Queiroz, Alexandre" userId="61f96136-1593-48e1-a13d-d59b0e357e79" providerId="ADAL" clId="{CE5B20F4-D6E3-4FAA-AB87-BDA7A9DC633E}" dt="2026-08-29T00:28:53.256" v="799" actId="20577"/>
        <pc:sldMkLst>
          <pc:docMk/>
          <pc:sldMk cId="0" sldId="257"/>
        </pc:sldMkLst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19:57.907" v="259" actId="122"/>
          <ac:spMkLst>
            <pc:docMk/>
            <pc:sldMk cId="0" sldId="257"/>
            <ac:spMk id="9" creationId="{00000000-0000-0000-0000-000000000000}"/>
          </ac:spMkLst>
        </pc:spChg>
        <pc:graphicFrameChg chg="mod modGraphic">
          <ac:chgData name="Queiroz, Alexandre" userId="61f96136-1593-48e1-a13d-d59b0e357e79" providerId="ADAL" clId="{CE5B20F4-D6E3-4FAA-AB87-BDA7A9DC633E}" dt="2026-08-29T00:27:50.564" v="790" actId="20577"/>
          <ac:graphicFrameMkLst>
            <pc:docMk/>
            <pc:sldMk cId="0" sldId="257"/>
            <ac:graphicFrameMk id="3" creationId="{00000000-0000-0000-0000-000000000000}"/>
          </ac:graphicFrameMkLst>
        </pc:graphicFrameChg>
        <pc:graphicFrameChg chg="mod modGraphic">
          <ac:chgData name="Queiroz, Alexandre" userId="61f96136-1593-48e1-a13d-d59b0e357e79" providerId="ADAL" clId="{CE5B20F4-D6E3-4FAA-AB87-BDA7A9DC633E}" dt="2026-08-29T00:28:53.256" v="799" actId="20577"/>
          <ac:graphicFrameMkLst>
            <pc:docMk/>
            <pc:sldMk cId="0" sldId="257"/>
            <ac:graphicFrameMk id="11" creationId="{00000000-0000-0000-0000-000000000000}"/>
          </ac:graphicFrameMkLst>
        </pc:graphicFrameChg>
      </pc:sldChg>
      <pc:sldChg chg="modSp mod">
        <pc:chgData name="Queiroz, Alexandre" userId="61f96136-1593-48e1-a13d-d59b0e357e79" providerId="ADAL" clId="{CE5B20F4-D6E3-4FAA-AB87-BDA7A9DC633E}" dt="2026-08-29T00:20:04.380" v="262" actId="122"/>
        <pc:sldMkLst>
          <pc:docMk/>
          <pc:sldMk cId="0" sldId="258"/>
        </pc:sldMkLst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04.380" v="262" actId="122"/>
          <ac:spMkLst>
            <pc:docMk/>
            <pc:sldMk cId="0" sldId="258"/>
            <ac:spMk id="9" creationId="{00000000-0000-0000-0000-000000000000}"/>
          </ac:spMkLst>
        </pc:spChg>
      </pc:sldChg>
      <pc:sldChg chg="addSp delSp modSp mod">
        <pc:chgData name="Queiroz, Alexandre" userId="61f96136-1593-48e1-a13d-d59b0e357e79" providerId="ADAL" clId="{CE5B20F4-D6E3-4FAA-AB87-BDA7A9DC633E}" dt="2026-08-29T00:21:34.207" v="285" actId="478"/>
        <pc:sldMkLst>
          <pc:docMk/>
          <pc:sldMk cId="0" sldId="259"/>
        </pc:sldMkLst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31.406" v="284" actId="5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1:16.201" v="279" actId="1076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Queiroz, Alexandre" userId="61f96136-1593-48e1-a13d-d59b0e357e79" providerId="ADAL" clId="{CE5B20F4-D6E3-4FAA-AB87-BDA7A9DC633E}" dt="2026-08-29T00:21:34.207" v="285" actId="478"/>
          <ac:spMkLst>
            <pc:docMk/>
            <pc:sldMk cId="0" sldId="259"/>
            <ac:spMk id="17" creationId="{A41A2876-129F-C3BE-E8CA-31F3BB2F29CD}"/>
          </ac:spMkLst>
        </pc:spChg>
      </pc:sldChg>
      <pc:sldChg chg="modSp mod">
        <pc:chgData name="Queiroz, Alexandre" userId="61f96136-1593-48e1-a13d-d59b0e357e79" providerId="ADAL" clId="{CE5B20F4-D6E3-4FAA-AB87-BDA7A9DC633E}" dt="2026-08-29T00:20:22.716" v="268" actId="122"/>
        <pc:sldMkLst>
          <pc:docMk/>
          <pc:sldMk cId="0" sldId="260"/>
        </pc:sldMkLst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22.716" v="268" actId="122"/>
          <ac:spMkLst>
            <pc:docMk/>
            <pc:sldMk cId="0" sldId="260"/>
            <ac:spMk id="9" creationId="{00000000-0000-0000-0000-000000000000}"/>
          </ac:spMkLst>
        </pc:spChg>
      </pc:sldChg>
      <pc:sldChg chg="addSp delSp modSp mod">
        <pc:chgData name="Queiroz, Alexandre" userId="61f96136-1593-48e1-a13d-d59b0e357e79" providerId="ADAL" clId="{CE5B20F4-D6E3-4FAA-AB87-BDA7A9DC633E}" dt="2026-08-29T00:20:56.776" v="276" actId="478"/>
        <pc:sldMkLst>
          <pc:docMk/>
          <pc:sldMk cId="0" sldId="261"/>
        </pc:sldMkLst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48.339" v="274" actId="5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Queiroz, Alexandre" userId="61f96136-1593-48e1-a13d-d59b0e357e79" providerId="ADAL" clId="{CE5B20F4-D6E3-4FAA-AB87-BDA7A9DC633E}" dt="2026-08-29T00:20:53.246" v="275" actId="1076"/>
          <ac:spMkLst>
            <pc:docMk/>
            <pc:sldMk cId="0" sldId="261"/>
            <ac:spMk id="10" creationId="{00000000-0000-0000-0000-000000000000}"/>
          </ac:spMkLst>
        </pc:spChg>
        <pc:spChg chg="add del mod">
          <ac:chgData name="Queiroz, Alexandre" userId="61f96136-1593-48e1-a13d-d59b0e357e79" providerId="ADAL" clId="{CE5B20F4-D6E3-4FAA-AB87-BDA7A9DC633E}" dt="2026-08-29T00:20:56.776" v="276" actId="478"/>
          <ac:spMkLst>
            <pc:docMk/>
            <pc:sldMk cId="0" sldId="261"/>
            <ac:spMk id="17" creationId="{E96A26EF-A89C-C4CB-E004-26C1EE3ECC36}"/>
          </ac:spMkLst>
        </pc:spChg>
      </pc:sldChg>
      <pc:sldChg chg="addSp delSp modSp add mod">
        <pc:chgData name="Queiroz, Alexandre" userId="61f96136-1593-48e1-a13d-d59b0e357e79" providerId="ADAL" clId="{CE5B20F4-D6E3-4FAA-AB87-BDA7A9DC633E}" dt="2026-08-29T00:19:40.663" v="245" actId="20577"/>
        <pc:sldMkLst>
          <pc:docMk/>
          <pc:sldMk cId="1144646662" sldId="266"/>
        </pc:sldMkLst>
        <pc:spChg chg="add mod">
          <ac:chgData name="Queiroz, Alexandre" userId="61f96136-1593-48e1-a13d-d59b0e357e79" providerId="ADAL" clId="{CE5B20F4-D6E3-4FAA-AB87-BDA7A9DC633E}" dt="2026-08-29T00:18:50.739" v="200"/>
          <ac:spMkLst>
            <pc:docMk/>
            <pc:sldMk cId="1144646662" sldId="266"/>
            <ac:spMk id="7" creationId="{1159934C-EFBA-C6C3-8590-2402AD63B70A}"/>
          </ac:spMkLst>
        </pc:spChg>
        <pc:spChg chg="add mod">
          <ac:chgData name="Queiroz, Alexandre" userId="61f96136-1593-48e1-a13d-d59b0e357e79" providerId="ADAL" clId="{CE5B20F4-D6E3-4FAA-AB87-BDA7A9DC633E}" dt="2026-08-29T00:18:50.741" v="202"/>
          <ac:spMkLst>
            <pc:docMk/>
            <pc:sldMk cId="1144646662" sldId="266"/>
            <ac:spMk id="8" creationId="{5775F7AE-6FE3-66B1-4BE8-CA52394D7A4A}"/>
          </ac:spMkLst>
        </pc:spChg>
        <pc:spChg chg="add mod">
          <ac:chgData name="Queiroz, Alexandre" userId="61f96136-1593-48e1-a13d-d59b0e357e79" providerId="ADAL" clId="{CE5B20F4-D6E3-4FAA-AB87-BDA7A9DC633E}" dt="2026-08-29T00:18:50.739" v="200"/>
          <ac:spMkLst>
            <pc:docMk/>
            <pc:sldMk cId="1144646662" sldId="266"/>
            <ac:spMk id="9" creationId="{BCD3BAB5-8082-31E3-955B-FEBD071A94F9}"/>
          </ac:spMkLst>
        </pc:spChg>
        <pc:spChg chg="add mod">
          <ac:chgData name="Queiroz, Alexandre" userId="61f96136-1593-48e1-a13d-d59b0e357e79" providerId="ADAL" clId="{CE5B20F4-D6E3-4FAA-AB87-BDA7A9DC633E}" dt="2026-08-29T00:18:50.741" v="202"/>
          <ac:spMkLst>
            <pc:docMk/>
            <pc:sldMk cId="1144646662" sldId="266"/>
            <ac:spMk id="10" creationId="{CE2ECEF6-E85F-682F-F135-47EE5CC8A1ED}"/>
          </ac:spMkLst>
        </pc:spChg>
        <pc:spChg chg="mod">
          <ac:chgData name="Queiroz, Alexandre" userId="61f96136-1593-48e1-a13d-d59b0e357e79" providerId="ADAL" clId="{CE5B20F4-D6E3-4FAA-AB87-BDA7A9DC633E}" dt="2026-08-29T00:19:40.663" v="245" actId="20577"/>
          <ac:spMkLst>
            <pc:docMk/>
            <pc:sldMk cId="1144646662" sldId="266"/>
            <ac:spMk id="13" creationId="{AC87DEA2-4ADA-396B-3D5B-22C26439D5CF}"/>
          </ac:spMkLst>
        </pc:spChg>
        <pc:grpChg chg="add mod">
          <ac:chgData name="Queiroz, Alexandre" userId="61f96136-1593-48e1-a13d-d59b0e357e79" providerId="ADAL" clId="{CE5B20F4-D6E3-4FAA-AB87-BDA7A9DC633E}" dt="2026-08-29T00:18:50.740" v="201"/>
          <ac:grpSpMkLst>
            <pc:docMk/>
            <pc:sldMk cId="1144646662" sldId="266"/>
            <ac:grpSpMk id="11" creationId="{021E6445-60A8-B47D-40A7-0FCBCDAF5FE6}"/>
          </ac:grpSpMkLst>
        </pc:grpChg>
        <pc:grpChg chg="add mod">
          <ac:chgData name="Queiroz, Alexandre" userId="61f96136-1593-48e1-a13d-d59b0e357e79" providerId="ADAL" clId="{CE5B20F4-D6E3-4FAA-AB87-BDA7A9DC633E}" dt="2026-08-29T00:18:50.742" v="203"/>
          <ac:grpSpMkLst>
            <pc:docMk/>
            <pc:sldMk cId="1144646662" sldId="266"/>
            <ac:grpSpMk id="12" creationId="{8A3DD95C-E54B-3E64-514B-B0403E36B64C}"/>
          </ac:grpSpMkLst>
        </pc:grpChg>
        <pc:grpChg chg="del">
          <ac:chgData name="Queiroz, Alexandre" userId="61f96136-1593-48e1-a13d-d59b0e357e79" providerId="ADAL" clId="{CE5B20F4-D6E3-4FAA-AB87-BDA7A9DC633E}" dt="2026-08-29T00:18:50.667" v="139"/>
          <ac:grpSpMkLst>
            <pc:docMk/>
            <pc:sldMk cId="1144646662" sldId="266"/>
            <ac:grpSpMk id="27" creationId="{119B636F-5F6E-2F32-7FC4-58FE17BD3FEC}"/>
          </ac:grpSpMkLst>
        </pc:grpChg>
        <pc:grpChg chg="del">
          <ac:chgData name="Queiroz, Alexandre" userId="61f96136-1593-48e1-a13d-d59b0e357e79" providerId="ADAL" clId="{CE5B20F4-D6E3-4FAA-AB87-BDA7A9DC633E}" dt="2026-08-29T00:18:50.665" v="138"/>
          <ac:grpSpMkLst>
            <pc:docMk/>
            <pc:sldMk cId="1144646662" sldId="266"/>
            <ac:grpSpMk id="29" creationId="{3DAB2680-C486-3F96-99A3-D946AB8BBFFC}"/>
          </ac:grpSpMkLst>
        </pc:grpChg>
        <pc:cxnChg chg="add mod ord">
          <ac:chgData name="Queiroz, Alexandre" userId="61f96136-1593-48e1-a13d-d59b0e357e79" providerId="ADAL" clId="{CE5B20F4-D6E3-4FAA-AB87-BDA7A9DC633E}" dt="2026-08-29T00:18:50.739" v="200"/>
          <ac:cxnSpMkLst>
            <pc:docMk/>
            <pc:sldMk cId="1144646662" sldId="266"/>
            <ac:cxnSpMk id="2" creationId="{9785B7E1-5E96-BE33-8B17-6E90373B9EF1}"/>
          </ac:cxnSpMkLst>
        </pc:cxnChg>
        <pc:cxnChg chg="add mod ord">
          <ac:chgData name="Queiroz, Alexandre" userId="61f96136-1593-48e1-a13d-d59b0e357e79" providerId="ADAL" clId="{CE5B20F4-D6E3-4FAA-AB87-BDA7A9DC633E}" dt="2026-08-29T00:18:50.741" v="202"/>
          <ac:cxnSpMkLst>
            <pc:docMk/>
            <pc:sldMk cId="1144646662" sldId="266"/>
            <ac:cxnSpMk id="4" creationId="{AD9E8726-F5B5-12C8-8D95-6F3FD860C60D}"/>
          </ac:cxnSpMkLst>
        </pc:cxnChg>
        <pc:cxnChg chg="add mod ord">
          <ac:chgData name="Queiroz, Alexandre" userId="61f96136-1593-48e1-a13d-d59b0e357e79" providerId="ADAL" clId="{CE5B20F4-D6E3-4FAA-AB87-BDA7A9DC633E}" dt="2026-08-29T00:18:50.739" v="200"/>
          <ac:cxnSpMkLst>
            <pc:docMk/>
            <pc:sldMk cId="1144646662" sldId="266"/>
            <ac:cxnSpMk id="5" creationId="{732608B0-96F1-3573-0897-BAD1AFA226DD}"/>
          </ac:cxnSpMkLst>
        </pc:cxnChg>
        <pc:cxnChg chg="add mod ord">
          <ac:chgData name="Queiroz, Alexandre" userId="61f96136-1593-48e1-a13d-d59b0e357e79" providerId="ADAL" clId="{CE5B20F4-D6E3-4FAA-AB87-BDA7A9DC633E}" dt="2026-08-29T00:18:50.741" v="202"/>
          <ac:cxnSpMkLst>
            <pc:docMk/>
            <pc:sldMk cId="1144646662" sldId="266"/>
            <ac:cxnSpMk id="6" creationId="{4099B708-699A-CCFF-4D83-BA8A53671A8F}"/>
          </ac:cxnSpMkLst>
        </pc:cxnChg>
      </pc:sldChg>
      <pc:sldChg chg="addSp delSp modSp add del mod">
        <pc:chgData name="Queiroz, Alexandre" userId="61f96136-1593-48e1-a13d-d59b0e357e79" providerId="ADAL" clId="{CE5B20F4-D6E3-4FAA-AB87-BDA7A9DC633E}" dt="2026-08-29T00:25:42.044" v="686" actId="47"/>
        <pc:sldMkLst>
          <pc:docMk/>
          <pc:sldMk cId="2112421232" sldId="352"/>
        </pc:sldMkLst>
        <pc:spChg chg="mod">
          <ac:chgData name="Queiroz, Alexandre" userId="61f96136-1593-48e1-a13d-d59b0e357e79" providerId="ADAL" clId="{CE5B20F4-D6E3-4FAA-AB87-BDA7A9DC633E}" dt="2026-08-29T00:25:12.810" v="451" actId="14100"/>
          <ac:spMkLst>
            <pc:docMk/>
            <pc:sldMk cId="2112421232" sldId="352"/>
            <ac:spMk id="4" creationId="{9273447D-8931-5A4A-D1CE-1D7EB8FC93BD}"/>
          </ac:spMkLst>
        </pc:spChg>
        <pc:spChg chg="mod">
          <ac:chgData name="Queiroz, Alexandre" userId="61f96136-1593-48e1-a13d-d59b0e357e79" providerId="ADAL" clId="{CE5B20F4-D6E3-4FAA-AB87-BDA7A9DC633E}" dt="2026-08-29T00:24:59.870" v="449" actId="14100"/>
          <ac:spMkLst>
            <pc:docMk/>
            <pc:sldMk cId="2112421232" sldId="352"/>
            <ac:spMk id="35" creationId="{2FD2DDB8-3E89-4F70-3C16-E70FD9600731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48" creationId="{7D662295-7666-F7B1-B416-66314FB04C28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50" creationId="{15F083DB-D76C-ED80-EF96-5587F39357CF}"/>
          </ac:spMkLst>
        </pc:spChg>
        <pc:spChg chg="add mod">
          <ac:chgData name="Queiroz, Alexandre" userId="61f96136-1593-48e1-a13d-d59b0e357e79" providerId="ADAL" clId="{CE5B20F4-D6E3-4FAA-AB87-BDA7A9DC633E}" dt="2026-08-29T00:24:09.671" v="420"/>
          <ac:spMkLst>
            <pc:docMk/>
            <pc:sldMk cId="2112421232" sldId="352"/>
            <ac:spMk id="54" creationId="{BEEAE21F-129B-37E0-E58D-1923F7D3D808}"/>
          </ac:spMkLst>
        </pc:spChg>
        <pc:spChg chg="add mod">
          <ac:chgData name="Queiroz, Alexandre" userId="61f96136-1593-48e1-a13d-d59b0e357e79" providerId="ADAL" clId="{CE5B20F4-D6E3-4FAA-AB87-BDA7A9DC633E}" dt="2026-08-29T00:24:09.672" v="422"/>
          <ac:spMkLst>
            <pc:docMk/>
            <pc:sldMk cId="2112421232" sldId="352"/>
            <ac:spMk id="55" creationId="{753F0185-0E50-BC4C-D9AD-7290FF190395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57" creationId="{A2725403-25FF-6646-1B32-DD3B45314632}"/>
          </ac:spMkLst>
        </pc:spChg>
        <pc:spChg chg="mod">
          <ac:chgData name="Queiroz, Alexandre" userId="61f96136-1593-48e1-a13d-d59b0e357e79" providerId="ADAL" clId="{CE5B20F4-D6E3-4FAA-AB87-BDA7A9DC633E}" dt="2026-08-29T00:24:47.639" v="448" actId="1037"/>
          <ac:spMkLst>
            <pc:docMk/>
            <pc:sldMk cId="2112421232" sldId="352"/>
            <ac:spMk id="58" creationId="{5B5BA1DB-CB46-75B0-FC1B-2E0FD3895472}"/>
          </ac:spMkLst>
        </pc:spChg>
        <pc:spChg chg="add mod">
          <ac:chgData name="Queiroz, Alexandre" userId="61f96136-1593-48e1-a13d-d59b0e357e79" providerId="ADAL" clId="{CE5B20F4-D6E3-4FAA-AB87-BDA7A9DC633E}" dt="2026-08-29T00:24:09.671" v="420"/>
          <ac:spMkLst>
            <pc:docMk/>
            <pc:sldMk cId="2112421232" sldId="352"/>
            <ac:spMk id="60" creationId="{72E8FA5E-80B8-0F20-B0D5-5350DBA9C3D3}"/>
          </ac:spMkLst>
        </pc:spChg>
        <pc:spChg chg="add mod">
          <ac:chgData name="Queiroz, Alexandre" userId="61f96136-1593-48e1-a13d-d59b0e357e79" providerId="ADAL" clId="{CE5B20F4-D6E3-4FAA-AB87-BDA7A9DC633E}" dt="2026-08-29T00:24:09.672" v="422"/>
          <ac:spMkLst>
            <pc:docMk/>
            <pc:sldMk cId="2112421232" sldId="352"/>
            <ac:spMk id="61" creationId="{DD2B72F7-2E90-09C0-46E0-58DF6C21C2C9}"/>
          </ac:spMkLst>
        </pc:spChg>
        <pc:grpChg chg="del">
          <ac:chgData name="Queiroz, Alexandre" userId="61f96136-1593-48e1-a13d-d59b0e357e79" providerId="ADAL" clId="{CE5B20F4-D6E3-4FAA-AB87-BDA7A9DC633E}" dt="2026-08-29T00:24:09.648" v="359"/>
          <ac:grpSpMkLst>
            <pc:docMk/>
            <pc:sldMk cId="2112421232" sldId="352"/>
            <ac:grpSpMk id="33" creationId="{02B8BCF9-EA78-3780-C376-6E6E54294AB9}"/>
          </ac:grpSpMkLst>
        </pc:grpChg>
        <pc:grpChg chg="del">
          <ac:chgData name="Queiroz, Alexandre" userId="61f96136-1593-48e1-a13d-d59b0e357e79" providerId="ADAL" clId="{CE5B20F4-D6E3-4FAA-AB87-BDA7A9DC633E}" dt="2026-08-29T00:24:09.647" v="358"/>
          <ac:grpSpMkLst>
            <pc:docMk/>
            <pc:sldMk cId="2112421232" sldId="352"/>
            <ac:grpSpMk id="34" creationId="{1D268065-1670-D610-FCE8-A2DED38D6569}"/>
          </ac:grpSpMkLst>
        </pc:grpChg>
        <pc:grpChg chg="add mod">
          <ac:chgData name="Queiroz, Alexandre" userId="61f96136-1593-48e1-a13d-d59b0e357e79" providerId="ADAL" clId="{CE5B20F4-D6E3-4FAA-AB87-BDA7A9DC633E}" dt="2026-08-29T00:24:09.671" v="421"/>
          <ac:grpSpMkLst>
            <pc:docMk/>
            <pc:sldMk cId="2112421232" sldId="352"/>
            <ac:grpSpMk id="62" creationId="{CC3150FF-D555-C433-FB08-9D33868430FF}"/>
          </ac:grpSpMkLst>
        </pc:grpChg>
        <pc:grpChg chg="add mod">
          <ac:chgData name="Queiroz, Alexandre" userId="61f96136-1593-48e1-a13d-d59b0e357e79" providerId="ADAL" clId="{CE5B20F4-D6E3-4FAA-AB87-BDA7A9DC633E}" dt="2026-08-29T00:24:09.672" v="423"/>
          <ac:grpSpMkLst>
            <pc:docMk/>
            <pc:sldMk cId="2112421232" sldId="352"/>
            <ac:grpSpMk id="74" creationId="{6A5D8631-785E-E29B-4441-32D679F8379C}"/>
          </ac:grpSpMkLst>
        </pc:grpChg>
        <pc:cxnChg chg="add mod ord">
          <ac:chgData name="Queiroz, Alexandre" userId="61f96136-1593-48e1-a13d-d59b0e357e79" providerId="ADAL" clId="{CE5B20F4-D6E3-4FAA-AB87-BDA7A9DC633E}" dt="2026-08-29T00:24:09.671" v="420"/>
          <ac:cxnSpMkLst>
            <pc:docMk/>
            <pc:sldMk cId="2112421232" sldId="352"/>
            <ac:cxnSpMk id="15" creationId="{938B308C-A6AC-E6E3-A02D-01BE61BE5966}"/>
          </ac:cxnSpMkLst>
        </pc:cxnChg>
        <pc:cxnChg chg="mod">
          <ac:chgData name="Queiroz, Alexandre" userId="61f96136-1593-48e1-a13d-d59b0e357e79" providerId="ADAL" clId="{CE5B20F4-D6E3-4FAA-AB87-BDA7A9DC633E}" dt="2026-08-29T00:24:47.639" v="448" actId="1037"/>
          <ac:cxnSpMkLst>
            <pc:docMk/>
            <pc:sldMk cId="2112421232" sldId="352"/>
            <ac:cxnSpMk id="40" creationId="{D9365F32-7F0A-F77C-73EE-3CFEC676B21C}"/>
          </ac:cxnSpMkLst>
        </pc:cxnChg>
        <pc:cxnChg chg="add mod ord">
          <ac:chgData name="Queiroz, Alexandre" userId="61f96136-1593-48e1-a13d-d59b0e357e79" providerId="ADAL" clId="{CE5B20F4-D6E3-4FAA-AB87-BDA7A9DC633E}" dt="2026-08-29T00:24:09.672" v="422"/>
          <ac:cxnSpMkLst>
            <pc:docMk/>
            <pc:sldMk cId="2112421232" sldId="352"/>
            <ac:cxnSpMk id="51" creationId="{D19945E8-D4DF-C3B3-50BF-B18ADE3B9E86}"/>
          </ac:cxnSpMkLst>
        </pc:cxnChg>
        <pc:cxnChg chg="add mod ord">
          <ac:chgData name="Queiroz, Alexandre" userId="61f96136-1593-48e1-a13d-d59b0e357e79" providerId="ADAL" clId="{CE5B20F4-D6E3-4FAA-AB87-BDA7A9DC633E}" dt="2026-08-29T00:24:09.671" v="420"/>
          <ac:cxnSpMkLst>
            <pc:docMk/>
            <pc:sldMk cId="2112421232" sldId="352"/>
            <ac:cxnSpMk id="52" creationId="{95A5A049-78DB-D561-BECF-AFFEA27581CD}"/>
          </ac:cxnSpMkLst>
        </pc:cxnChg>
        <pc:cxnChg chg="add mod ord">
          <ac:chgData name="Queiroz, Alexandre" userId="61f96136-1593-48e1-a13d-d59b0e357e79" providerId="ADAL" clId="{CE5B20F4-D6E3-4FAA-AB87-BDA7A9DC633E}" dt="2026-08-29T00:24:09.672" v="422"/>
          <ac:cxnSpMkLst>
            <pc:docMk/>
            <pc:sldMk cId="2112421232" sldId="352"/>
            <ac:cxnSpMk id="53" creationId="{5FAD9C53-C0B7-A19A-F7D6-41574FA3E826}"/>
          </ac:cxnSpMkLst>
        </pc:cxnChg>
      </pc:sldChg>
      <pc:sldChg chg="addSp delSp modSp add mod">
        <pc:chgData name="Queiroz, Alexandre" userId="61f96136-1593-48e1-a13d-d59b0e357e79" providerId="ADAL" clId="{CE5B20F4-D6E3-4FAA-AB87-BDA7A9DC633E}" dt="2026-08-29T00:16:23.776" v="136"/>
        <pc:sldMkLst>
          <pc:docMk/>
          <pc:sldMk cId="4014590618" sldId="2147378985"/>
        </pc:sldMkLst>
        <pc:spChg chg="mod">
          <ac:chgData name="Queiroz, Alexandre" userId="61f96136-1593-48e1-a13d-d59b0e357e79" providerId="ADAL" clId="{CE5B20F4-D6E3-4FAA-AB87-BDA7A9DC633E}" dt="2026-08-29T00:12:20.884" v="100" actId="20577"/>
          <ac:spMkLst>
            <pc:docMk/>
            <pc:sldMk cId="4014590618" sldId="2147378985"/>
            <ac:spMk id="10" creationId="{0EFAF909-987F-41FA-AA30-F44F46695045}"/>
          </ac:spMkLst>
        </pc:spChg>
        <pc:spChg chg="add mod">
          <ac:chgData name="Queiroz, Alexandre" userId="61f96136-1593-48e1-a13d-d59b0e357e79" providerId="ADAL" clId="{CE5B20F4-D6E3-4FAA-AB87-BDA7A9DC633E}" dt="2026-08-29T00:12:04.921" v="63"/>
          <ac:spMkLst>
            <pc:docMk/>
            <pc:sldMk cId="4014590618" sldId="2147378985"/>
            <ac:spMk id="22" creationId="{2F5B575D-97F9-BB54-1A71-81ADB7D7E2D0}"/>
          </ac:spMkLst>
        </pc:spChg>
        <pc:spChg chg="add mod">
          <ac:chgData name="Queiroz, Alexandre" userId="61f96136-1593-48e1-a13d-d59b0e357e79" providerId="ADAL" clId="{CE5B20F4-D6E3-4FAA-AB87-BDA7A9DC633E}" dt="2026-08-29T00:12:04.922" v="65"/>
          <ac:spMkLst>
            <pc:docMk/>
            <pc:sldMk cId="4014590618" sldId="2147378985"/>
            <ac:spMk id="23" creationId="{CB196D83-91A6-B7C1-72FE-12D6D3D95DF9}"/>
          </ac:spMkLst>
        </pc:spChg>
        <pc:spChg chg="add mod">
          <ac:chgData name="Queiroz, Alexandre" userId="61f96136-1593-48e1-a13d-d59b0e357e79" providerId="ADAL" clId="{CE5B20F4-D6E3-4FAA-AB87-BDA7A9DC633E}" dt="2026-08-29T00:12:04.921" v="63"/>
          <ac:spMkLst>
            <pc:docMk/>
            <pc:sldMk cId="4014590618" sldId="2147378985"/>
            <ac:spMk id="24" creationId="{AE014BC8-27EB-E18E-202F-207F91B4EC17}"/>
          </ac:spMkLst>
        </pc:spChg>
        <pc:spChg chg="add mod">
          <ac:chgData name="Queiroz, Alexandre" userId="61f96136-1593-48e1-a13d-d59b0e357e79" providerId="ADAL" clId="{CE5B20F4-D6E3-4FAA-AB87-BDA7A9DC633E}" dt="2026-08-29T00:12:04.922" v="65"/>
          <ac:spMkLst>
            <pc:docMk/>
            <pc:sldMk cId="4014590618" sldId="2147378985"/>
            <ac:spMk id="26" creationId="{BC768B8D-F8D3-703F-EA4F-76E4DB440B61}"/>
          </ac:spMkLst>
        </pc:spChg>
        <pc:grpChg chg="del">
          <ac:chgData name="Queiroz, Alexandre" userId="61f96136-1593-48e1-a13d-d59b0e357e79" providerId="ADAL" clId="{CE5B20F4-D6E3-4FAA-AB87-BDA7A9DC633E}" dt="2026-08-29T00:12:04.889" v="2"/>
          <ac:grpSpMkLst>
            <pc:docMk/>
            <pc:sldMk cId="4014590618" sldId="2147378985"/>
            <ac:grpSpMk id="13" creationId="{20AF1A87-AB5E-3229-1F7B-E8C2C64BC733}"/>
          </ac:grpSpMkLst>
        </pc:grpChg>
        <pc:grpChg chg="del">
          <ac:chgData name="Queiroz, Alexandre" userId="61f96136-1593-48e1-a13d-d59b0e357e79" providerId="ADAL" clId="{CE5B20F4-D6E3-4FAA-AB87-BDA7A9DC633E}" dt="2026-08-29T00:12:04.888" v="1"/>
          <ac:grpSpMkLst>
            <pc:docMk/>
            <pc:sldMk cId="4014590618" sldId="2147378985"/>
            <ac:grpSpMk id="14" creationId="{AC6DAC92-2225-579C-8E69-0EB073DB6575}"/>
          </ac:grpSpMkLst>
        </pc:grpChg>
        <pc:grpChg chg="add mod">
          <ac:chgData name="Queiroz, Alexandre" userId="61f96136-1593-48e1-a13d-d59b0e357e79" providerId="ADAL" clId="{CE5B20F4-D6E3-4FAA-AB87-BDA7A9DC633E}" dt="2026-08-29T00:12:04.921" v="64"/>
          <ac:grpSpMkLst>
            <pc:docMk/>
            <pc:sldMk cId="4014590618" sldId="2147378985"/>
            <ac:grpSpMk id="27" creationId="{FBAC8B47-4077-C42E-7970-7FAD85BE1FE5}"/>
          </ac:grpSpMkLst>
        </pc:grpChg>
        <pc:grpChg chg="add mod">
          <ac:chgData name="Queiroz, Alexandre" userId="61f96136-1593-48e1-a13d-d59b0e357e79" providerId="ADAL" clId="{CE5B20F4-D6E3-4FAA-AB87-BDA7A9DC633E}" dt="2026-08-29T00:12:04.922" v="66"/>
          <ac:grpSpMkLst>
            <pc:docMk/>
            <pc:sldMk cId="4014590618" sldId="2147378985"/>
            <ac:grpSpMk id="28" creationId="{F28BAAE9-FBF8-2249-FCB2-0FADD5367E20}"/>
          </ac:grpSpMkLst>
        </pc:grpChg>
        <pc:picChg chg="add del mod">
          <ac:chgData name="Queiroz, Alexandre" userId="61f96136-1593-48e1-a13d-d59b0e357e79" providerId="ADAL" clId="{CE5B20F4-D6E3-4FAA-AB87-BDA7A9DC633E}" dt="2026-08-29T00:14:34.340" v="109"/>
          <ac:picMkLst>
            <pc:docMk/>
            <pc:sldMk cId="4014590618" sldId="2147378985"/>
            <ac:picMk id="29" creationId="{41CA743F-4A2D-77B7-FD90-17B36243B3A8}"/>
          </ac:picMkLst>
        </pc:picChg>
        <pc:picChg chg="add del mod">
          <ac:chgData name="Queiroz, Alexandre" userId="61f96136-1593-48e1-a13d-d59b0e357e79" providerId="ADAL" clId="{CE5B20F4-D6E3-4FAA-AB87-BDA7A9DC633E}" dt="2026-08-29T00:14:34.518" v="118"/>
          <ac:picMkLst>
            <pc:docMk/>
            <pc:sldMk cId="4014590618" sldId="2147378985"/>
            <ac:picMk id="30" creationId="{E2F4D2D0-9C41-0DE2-A6CA-BD6838D3C030}"/>
          </ac:picMkLst>
        </pc:picChg>
        <pc:picChg chg="add del mod">
          <ac:chgData name="Queiroz, Alexandre" userId="61f96136-1593-48e1-a13d-d59b0e357e79" providerId="ADAL" clId="{CE5B20F4-D6E3-4FAA-AB87-BDA7A9DC633E}" dt="2026-08-29T00:16:23.602" v="127"/>
          <ac:picMkLst>
            <pc:docMk/>
            <pc:sldMk cId="4014590618" sldId="2147378985"/>
            <ac:picMk id="31" creationId="{072B5E69-B9EA-D504-81E0-EFEF0420E639}"/>
          </ac:picMkLst>
        </pc:picChg>
        <pc:picChg chg="add del mod">
          <ac:chgData name="Queiroz, Alexandre" userId="61f96136-1593-48e1-a13d-d59b0e357e79" providerId="ADAL" clId="{CE5B20F4-D6E3-4FAA-AB87-BDA7A9DC633E}" dt="2026-08-29T00:16:23.776" v="136"/>
          <ac:picMkLst>
            <pc:docMk/>
            <pc:sldMk cId="4014590618" sldId="2147378985"/>
            <ac:picMk id="32" creationId="{2351B6F0-9D9E-241E-19EF-5C67FB9315D9}"/>
          </ac:picMkLst>
        </pc:picChg>
        <pc:cxnChg chg="add mod ord">
          <ac:chgData name="Queiroz, Alexandre" userId="61f96136-1593-48e1-a13d-d59b0e357e79" providerId="ADAL" clId="{CE5B20F4-D6E3-4FAA-AB87-BDA7A9DC633E}" dt="2026-08-29T00:12:04.921" v="63"/>
          <ac:cxnSpMkLst>
            <pc:docMk/>
            <pc:sldMk cId="4014590618" sldId="2147378985"/>
            <ac:cxnSpMk id="15" creationId="{CCB9C43A-908D-52F8-BCFA-8AF90774B27C}"/>
          </ac:cxnSpMkLst>
        </pc:cxnChg>
        <pc:cxnChg chg="add mod ord">
          <ac:chgData name="Queiroz, Alexandre" userId="61f96136-1593-48e1-a13d-d59b0e357e79" providerId="ADAL" clId="{CE5B20F4-D6E3-4FAA-AB87-BDA7A9DC633E}" dt="2026-08-29T00:12:04.922" v="65"/>
          <ac:cxnSpMkLst>
            <pc:docMk/>
            <pc:sldMk cId="4014590618" sldId="2147378985"/>
            <ac:cxnSpMk id="19" creationId="{859C2281-C449-BFDE-74D4-3A6BBB6A2865}"/>
          </ac:cxnSpMkLst>
        </pc:cxnChg>
        <pc:cxnChg chg="add mod ord">
          <ac:chgData name="Queiroz, Alexandre" userId="61f96136-1593-48e1-a13d-d59b0e357e79" providerId="ADAL" clId="{CE5B20F4-D6E3-4FAA-AB87-BDA7A9DC633E}" dt="2026-08-29T00:12:04.921" v="63"/>
          <ac:cxnSpMkLst>
            <pc:docMk/>
            <pc:sldMk cId="4014590618" sldId="2147378985"/>
            <ac:cxnSpMk id="20" creationId="{51863512-D98A-09DB-501A-40D1C4F73E86}"/>
          </ac:cxnSpMkLst>
        </pc:cxnChg>
        <pc:cxnChg chg="add mod ord">
          <ac:chgData name="Queiroz, Alexandre" userId="61f96136-1593-48e1-a13d-d59b0e357e79" providerId="ADAL" clId="{CE5B20F4-D6E3-4FAA-AB87-BDA7A9DC633E}" dt="2026-08-29T00:12:04.922" v="65"/>
          <ac:cxnSpMkLst>
            <pc:docMk/>
            <pc:sldMk cId="4014590618" sldId="2147378985"/>
            <ac:cxnSpMk id="21" creationId="{66BB996C-A0A5-0D19-84DB-4025F1913E22}"/>
          </ac:cxnSpMkLst>
        </pc:cxnChg>
      </pc:sldChg>
      <pc:sldChg chg="addSp delSp modSp add mod">
        <pc:chgData name="Queiroz, Alexandre" userId="61f96136-1593-48e1-a13d-d59b0e357e79" providerId="ADAL" clId="{CE5B20F4-D6E3-4FAA-AB87-BDA7A9DC633E}" dt="2026-08-29T00:22:37.216" v="352"/>
        <pc:sldMkLst>
          <pc:docMk/>
          <pc:sldMk cId="1764328869" sldId="2147378986"/>
        </pc:sldMkLst>
        <pc:spChg chg="add mod">
          <ac:chgData name="Queiroz, Alexandre" userId="61f96136-1593-48e1-a13d-d59b0e357e79" providerId="ADAL" clId="{CE5B20F4-D6E3-4FAA-AB87-BDA7A9DC633E}" dt="2026-08-29T00:22:37.215" v="349"/>
          <ac:spMkLst>
            <pc:docMk/>
            <pc:sldMk cId="1764328869" sldId="2147378986"/>
            <ac:spMk id="21" creationId="{03D017A7-C4D1-B5FC-6F29-5CE1482F1722}"/>
          </ac:spMkLst>
        </pc:spChg>
        <pc:spChg chg="add mod">
          <ac:chgData name="Queiroz, Alexandre" userId="61f96136-1593-48e1-a13d-d59b0e357e79" providerId="ADAL" clId="{CE5B20F4-D6E3-4FAA-AB87-BDA7A9DC633E}" dt="2026-08-29T00:22:37.215" v="351"/>
          <ac:spMkLst>
            <pc:docMk/>
            <pc:sldMk cId="1764328869" sldId="2147378986"/>
            <ac:spMk id="22" creationId="{B25A3927-9ACA-4FBF-7EEC-B59E6E7CB5B8}"/>
          </ac:spMkLst>
        </pc:spChg>
        <pc:spChg chg="add mod">
          <ac:chgData name="Queiroz, Alexandre" userId="61f96136-1593-48e1-a13d-d59b0e357e79" providerId="ADAL" clId="{CE5B20F4-D6E3-4FAA-AB87-BDA7A9DC633E}" dt="2026-08-29T00:22:37.215" v="349"/>
          <ac:spMkLst>
            <pc:docMk/>
            <pc:sldMk cId="1764328869" sldId="2147378986"/>
            <ac:spMk id="23" creationId="{4188F816-D3E7-B59C-B636-C260437C7DD6}"/>
          </ac:spMkLst>
        </pc:spChg>
        <pc:spChg chg="add mod">
          <ac:chgData name="Queiroz, Alexandre" userId="61f96136-1593-48e1-a13d-d59b0e357e79" providerId="ADAL" clId="{CE5B20F4-D6E3-4FAA-AB87-BDA7A9DC633E}" dt="2026-08-29T00:22:37.215" v="351"/>
          <ac:spMkLst>
            <pc:docMk/>
            <pc:sldMk cId="1764328869" sldId="2147378986"/>
            <ac:spMk id="24" creationId="{14385B12-5073-51E6-ED74-1C72F999BFD3}"/>
          </ac:spMkLst>
        </pc:spChg>
        <pc:grpChg chg="del">
          <ac:chgData name="Queiroz, Alexandre" userId="61f96136-1593-48e1-a13d-d59b0e357e79" providerId="ADAL" clId="{CE5B20F4-D6E3-4FAA-AB87-BDA7A9DC633E}" dt="2026-08-29T00:22:37.191" v="288"/>
          <ac:grpSpMkLst>
            <pc:docMk/>
            <pc:sldMk cId="1764328869" sldId="2147378986"/>
            <ac:grpSpMk id="13" creationId="{D7B0B49B-D635-30E8-9670-F08F3CB20CDD}"/>
          </ac:grpSpMkLst>
        </pc:grpChg>
        <pc:grpChg chg="del">
          <ac:chgData name="Queiroz, Alexandre" userId="61f96136-1593-48e1-a13d-d59b0e357e79" providerId="ADAL" clId="{CE5B20F4-D6E3-4FAA-AB87-BDA7A9DC633E}" dt="2026-08-29T00:22:37.190" v="287"/>
          <ac:grpSpMkLst>
            <pc:docMk/>
            <pc:sldMk cId="1764328869" sldId="2147378986"/>
            <ac:grpSpMk id="14" creationId="{E619663D-D3E9-CF10-813B-8BCAE1C8DF6F}"/>
          </ac:grpSpMkLst>
        </pc:grpChg>
        <pc:grpChg chg="add mod">
          <ac:chgData name="Queiroz, Alexandre" userId="61f96136-1593-48e1-a13d-d59b0e357e79" providerId="ADAL" clId="{CE5B20F4-D6E3-4FAA-AB87-BDA7A9DC633E}" dt="2026-08-29T00:22:37.215" v="350"/>
          <ac:grpSpMkLst>
            <pc:docMk/>
            <pc:sldMk cId="1764328869" sldId="2147378986"/>
            <ac:grpSpMk id="26" creationId="{906FE365-C38F-A023-0F18-F75B1EF0CF05}"/>
          </ac:grpSpMkLst>
        </pc:grpChg>
        <pc:grpChg chg="add mod">
          <ac:chgData name="Queiroz, Alexandre" userId="61f96136-1593-48e1-a13d-d59b0e357e79" providerId="ADAL" clId="{CE5B20F4-D6E3-4FAA-AB87-BDA7A9DC633E}" dt="2026-08-29T00:22:37.216" v="352"/>
          <ac:grpSpMkLst>
            <pc:docMk/>
            <pc:sldMk cId="1764328869" sldId="2147378986"/>
            <ac:grpSpMk id="27" creationId="{046474CA-3CA9-770C-68BA-2B7CD3230ECD}"/>
          </ac:grpSpMkLst>
        </pc:grpChg>
        <pc:cxnChg chg="add mod ord">
          <ac:chgData name="Queiroz, Alexandre" userId="61f96136-1593-48e1-a13d-d59b0e357e79" providerId="ADAL" clId="{CE5B20F4-D6E3-4FAA-AB87-BDA7A9DC633E}" dt="2026-08-29T00:22:37.215" v="349"/>
          <ac:cxnSpMkLst>
            <pc:docMk/>
            <pc:sldMk cId="1764328869" sldId="2147378986"/>
            <ac:cxnSpMk id="11" creationId="{43ACD09E-AC64-1469-56EF-E08442678169}"/>
          </ac:cxnSpMkLst>
        </pc:cxnChg>
        <pc:cxnChg chg="add mod ord">
          <ac:chgData name="Queiroz, Alexandre" userId="61f96136-1593-48e1-a13d-d59b0e357e79" providerId="ADAL" clId="{CE5B20F4-D6E3-4FAA-AB87-BDA7A9DC633E}" dt="2026-08-29T00:22:37.215" v="351"/>
          <ac:cxnSpMkLst>
            <pc:docMk/>
            <pc:sldMk cId="1764328869" sldId="2147378986"/>
            <ac:cxnSpMk id="15" creationId="{B91E2C6E-79C9-CDD5-B0D1-2E2B06ECA441}"/>
          </ac:cxnSpMkLst>
        </pc:cxnChg>
        <pc:cxnChg chg="add mod ord">
          <ac:chgData name="Queiroz, Alexandre" userId="61f96136-1593-48e1-a13d-d59b0e357e79" providerId="ADAL" clId="{CE5B20F4-D6E3-4FAA-AB87-BDA7A9DC633E}" dt="2026-08-29T00:22:37.215" v="349"/>
          <ac:cxnSpMkLst>
            <pc:docMk/>
            <pc:sldMk cId="1764328869" sldId="2147378986"/>
            <ac:cxnSpMk id="19" creationId="{4BBB5E65-8F56-361C-D82B-B51A3F76F1C8}"/>
          </ac:cxnSpMkLst>
        </pc:cxnChg>
        <pc:cxnChg chg="add mod ord">
          <ac:chgData name="Queiroz, Alexandre" userId="61f96136-1593-48e1-a13d-d59b0e357e79" providerId="ADAL" clId="{CE5B20F4-D6E3-4FAA-AB87-BDA7A9DC633E}" dt="2026-08-29T00:22:37.215" v="351"/>
          <ac:cxnSpMkLst>
            <pc:docMk/>
            <pc:sldMk cId="1764328869" sldId="2147378986"/>
            <ac:cxnSpMk id="20" creationId="{2237F6B0-C978-39D7-3375-EECBDAFD7078}"/>
          </ac:cxnSpMkLst>
        </pc:cxnChg>
      </pc:sldChg>
      <pc:sldChg chg="addSp delSp modSp add del mod">
        <pc:chgData name="Queiroz, Alexandre" userId="61f96136-1593-48e1-a13d-d59b0e357e79" providerId="ADAL" clId="{CE5B20F4-D6E3-4FAA-AB87-BDA7A9DC633E}" dt="2026-08-29T00:25:40.126" v="685" actId="47"/>
        <pc:sldMkLst>
          <pc:docMk/>
          <pc:sldMk cId="2068724078" sldId="2147378987"/>
        </pc:sldMkLst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54" creationId="{25410A7E-76EB-8C7B-E39E-8B64991A1522}"/>
          </ac:spMkLst>
        </pc:spChg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55" creationId="{ADB480B4-5998-075B-74E5-F633099EF536}"/>
          </ac:spMkLst>
        </pc:spChg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60" creationId="{8800D37F-8F7E-F2C3-0F66-D71E86E72704}"/>
          </ac:spMkLst>
        </pc:spChg>
        <pc:spChg chg="add mod">
          <ac:chgData name="Queiroz, Alexandre" userId="61f96136-1593-48e1-a13d-d59b0e357e79" providerId="ADAL" clId="{CE5B20F4-D6E3-4FAA-AB87-BDA7A9DC633E}" dt="2026-08-29T00:25:32.935" v="551"/>
          <ac:spMkLst>
            <pc:docMk/>
            <pc:sldMk cId="2068724078" sldId="2147378987"/>
            <ac:spMk id="61" creationId="{143E398B-0FB9-B36C-ED6A-A99E4C79A729}"/>
          </ac:spMkLst>
        </pc:spChg>
        <pc:spChg chg="add mod">
          <ac:chgData name="Queiroz, Alexandre" userId="61f96136-1593-48e1-a13d-d59b0e357e79" providerId="ADAL" clId="{CE5B20F4-D6E3-4FAA-AB87-BDA7A9DC633E}" dt="2026-08-29T00:25:36.634" v="681"/>
          <ac:spMkLst>
            <pc:docMk/>
            <pc:sldMk cId="2068724078" sldId="2147378987"/>
            <ac:spMk id="87" creationId="{4489A85A-7848-4691-F781-8135C933E0BB}"/>
          </ac:spMkLst>
        </pc:spChg>
        <pc:spChg chg="add mod">
          <ac:chgData name="Queiroz, Alexandre" userId="61f96136-1593-48e1-a13d-d59b0e357e79" providerId="ADAL" clId="{CE5B20F4-D6E3-4FAA-AB87-BDA7A9DC633E}" dt="2026-08-29T00:25:36.635" v="683"/>
          <ac:spMkLst>
            <pc:docMk/>
            <pc:sldMk cId="2068724078" sldId="2147378987"/>
            <ac:spMk id="88" creationId="{44DCA10D-9BB4-7174-265B-32BFFDDFE57B}"/>
          </ac:spMkLst>
        </pc:spChg>
        <pc:spChg chg="add mod">
          <ac:chgData name="Queiroz, Alexandre" userId="61f96136-1593-48e1-a13d-d59b0e357e79" providerId="ADAL" clId="{CE5B20F4-D6E3-4FAA-AB87-BDA7A9DC633E}" dt="2026-08-29T00:25:36.634" v="681"/>
          <ac:spMkLst>
            <pc:docMk/>
            <pc:sldMk cId="2068724078" sldId="2147378987"/>
            <ac:spMk id="89" creationId="{028108C8-5964-07F6-2598-0791B9D3543A}"/>
          </ac:spMkLst>
        </pc:spChg>
        <pc:spChg chg="add mod">
          <ac:chgData name="Queiroz, Alexandre" userId="61f96136-1593-48e1-a13d-d59b0e357e79" providerId="ADAL" clId="{CE5B20F4-D6E3-4FAA-AB87-BDA7A9DC633E}" dt="2026-08-29T00:25:36.635" v="683"/>
          <ac:spMkLst>
            <pc:docMk/>
            <pc:sldMk cId="2068724078" sldId="2147378987"/>
            <ac:spMk id="90" creationId="{53C70BDA-0AF9-B842-D0A3-420E6E68FC67}"/>
          </ac:spMkLst>
        </pc:spChg>
        <pc:grpChg chg="add del">
          <ac:chgData name="Queiroz, Alexandre" userId="61f96136-1593-48e1-a13d-d59b0e357e79" providerId="ADAL" clId="{CE5B20F4-D6E3-4FAA-AB87-BDA7A9DC633E}" dt="2026-08-29T00:25:36.601" v="620"/>
          <ac:grpSpMkLst>
            <pc:docMk/>
            <pc:sldMk cId="2068724078" sldId="2147378987"/>
            <ac:grpSpMk id="33" creationId="{02B8BCF9-EA78-3780-C376-6E6E54294AB9}"/>
          </ac:grpSpMkLst>
        </pc:grpChg>
        <pc:grpChg chg="add del">
          <ac:chgData name="Queiroz, Alexandre" userId="61f96136-1593-48e1-a13d-d59b0e357e79" providerId="ADAL" clId="{CE5B20F4-D6E3-4FAA-AB87-BDA7A9DC633E}" dt="2026-08-29T00:25:36.600" v="619"/>
          <ac:grpSpMkLst>
            <pc:docMk/>
            <pc:sldMk cId="2068724078" sldId="2147378987"/>
            <ac:grpSpMk id="34" creationId="{1D268065-1670-D610-FCE8-A2DED38D6569}"/>
          </ac:grpSpMkLst>
        </pc:grpChg>
        <pc:grpChg chg="add mod">
          <ac:chgData name="Queiroz, Alexandre" userId="61f96136-1593-48e1-a13d-d59b0e357e79" providerId="ADAL" clId="{CE5B20F4-D6E3-4FAA-AB87-BDA7A9DC633E}" dt="2026-08-29T00:25:32.935" v="551"/>
          <ac:grpSpMkLst>
            <pc:docMk/>
            <pc:sldMk cId="2068724078" sldId="2147378987"/>
            <ac:grpSpMk id="62" creationId="{64E3FB9E-9668-0B10-31E5-839B79577594}"/>
          </ac:grpSpMkLst>
        </pc:grpChg>
        <pc:grpChg chg="add mod">
          <ac:chgData name="Queiroz, Alexandre" userId="61f96136-1593-48e1-a13d-d59b0e357e79" providerId="ADAL" clId="{CE5B20F4-D6E3-4FAA-AB87-BDA7A9DC633E}" dt="2026-08-29T00:25:32.935" v="551"/>
          <ac:grpSpMkLst>
            <pc:docMk/>
            <pc:sldMk cId="2068724078" sldId="2147378987"/>
            <ac:grpSpMk id="74" creationId="{FEAE83CA-B50A-B6A8-8A05-EC3536FC54C1}"/>
          </ac:grpSpMkLst>
        </pc:grpChg>
        <pc:grpChg chg="add mod">
          <ac:chgData name="Queiroz, Alexandre" userId="61f96136-1593-48e1-a13d-d59b0e357e79" providerId="ADAL" clId="{CE5B20F4-D6E3-4FAA-AB87-BDA7A9DC633E}" dt="2026-08-29T00:25:36.634" v="682"/>
          <ac:grpSpMkLst>
            <pc:docMk/>
            <pc:sldMk cId="2068724078" sldId="2147378987"/>
            <ac:grpSpMk id="91" creationId="{B955CF2F-3710-3A6F-2F7F-14F367B3760C}"/>
          </ac:grpSpMkLst>
        </pc:grpChg>
        <pc:grpChg chg="add mod">
          <ac:chgData name="Queiroz, Alexandre" userId="61f96136-1593-48e1-a13d-d59b0e357e79" providerId="ADAL" clId="{CE5B20F4-D6E3-4FAA-AB87-BDA7A9DC633E}" dt="2026-08-29T00:25:36.635" v="684"/>
          <ac:grpSpMkLst>
            <pc:docMk/>
            <pc:sldMk cId="2068724078" sldId="2147378987"/>
            <ac:grpSpMk id="92" creationId="{89BCB510-BE4B-E7D4-6225-60C2CC46E7B2}"/>
          </ac:grpSpMkLst>
        </pc:grpChg>
        <pc:cxnChg chg="add mod ord">
          <ac:chgData name="Queiroz, Alexandre" userId="61f96136-1593-48e1-a13d-d59b0e357e79" providerId="ADAL" clId="{CE5B20F4-D6E3-4FAA-AB87-BDA7A9DC633E}" dt="2026-08-29T00:25:32.935" v="551"/>
          <ac:cxnSpMkLst>
            <pc:docMk/>
            <pc:sldMk cId="2068724078" sldId="2147378987"/>
            <ac:cxnSpMk id="15" creationId="{46A26B8F-5DE4-0C24-C1BA-C17EB10DACBE}"/>
          </ac:cxnSpMkLst>
        </pc:cxnChg>
        <pc:cxnChg chg="add mod ord">
          <ac:chgData name="Queiroz, Alexandre" userId="61f96136-1593-48e1-a13d-d59b0e357e79" providerId="ADAL" clId="{CE5B20F4-D6E3-4FAA-AB87-BDA7A9DC633E}" dt="2026-08-29T00:25:32.935" v="551"/>
          <ac:cxnSpMkLst>
            <pc:docMk/>
            <pc:sldMk cId="2068724078" sldId="2147378987"/>
            <ac:cxnSpMk id="51" creationId="{408909A7-F3C8-2A04-A78D-B81E4E6D87DC}"/>
          </ac:cxnSpMkLst>
        </pc:cxnChg>
        <pc:cxnChg chg="add mod ord">
          <ac:chgData name="Queiroz, Alexandre" userId="61f96136-1593-48e1-a13d-d59b0e357e79" providerId="ADAL" clId="{CE5B20F4-D6E3-4FAA-AB87-BDA7A9DC633E}" dt="2026-08-29T00:25:32.933" v="542" actId="1582"/>
          <ac:cxnSpMkLst>
            <pc:docMk/>
            <pc:sldMk cId="2068724078" sldId="2147378987"/>
            <ac:cxnSpMk id="52" creationId="{86D07B22-5D00-ABBF-B57B-91838067EF53}"/>
          </ac:cxnSpMkLst>
        </pc:cxnChg>
        <pc:cxnChg chg="add mod ord">
          <ac:chgData name="Queiroz, Alexandre" userId="61f96136-1593-48e1-a13d-d59b0e357e79" providerId="ADAL" clId="{CE5B20F4-D6E3-4FAA-AB87-BDA7A9DC633E}" dt="2026-08-29T00:25:32.932" v="538" actId="1582"/>
          <ac:cxnSpMkLst>
            <pc:docMk/>
            <pc:sldMk cId="2068724078" sldId="2147378987"/>
            <ac:cxnSpMk id="53" creationId="{BD811313-F3C5-4575-9EFA-09F7EEE3C5AA}"/>
          </ac:cxnSpMkLst>
        </pc:cxnChg>
        <pc:cxnChg chg="add mod ord">
          <ac:chgData name="Queiroz, Alexandre" userId="61f96136-1593-48e1-a13d-d59b0e357e79" providerId="ADAL" clId="{CE5B20F4-D6E3-4FAA-AB87-BDA7A9DC633E}" dt="2026-08-29T00:25:36.634" v="681"/>
          <ac:cxnSpMkLst>
            <pc:docMk/>
            <pc:sldMk cId="2068724078" sldId="2147378987"/>
            <ac:cxnSpMk id="83" creationId="{63FC1B41-AFCF-D8F2-D2F2-77A77FEE556C}"/>
          </ac:cxnSpMkLst>
        </pc:cxnChg>
        <pc:cxnChg chg="add mod ord">
          <ac:chgData name="Queiroz, Alexandre" userId="61f96136-1593-48e1-a13d-d59b0e357e79" providerId="ADAL" clId="{CE5B20F4-D6E3-4FAA-AB87-BDA7A9DC633E}" dt="2026-08-29T00:25:36.635" v="683"/>
          <ac:cxnSpMkLst>
            <pc:docMk/>
            <pc:sldMk cId="2068724078" sldId="2147378987"/>
            <ac:cxnSpMk id="84" creationId="{EF27E567-6AC7-522D-D6B3-5772742887D2}"/>
          </ac:cxnSpMkLst>
        </pc:cxnChg>
        <pc:cxnChg chg="add mod ord">
          <ac:chgData name="Queiroz, Alexandre" userId="61f96136-1593-48e1-a13d-d59b0e357e79" providerId="ADAL" clId="{CE5B20F4-D6E3-4FAA-AB87-BDA7A9DC633E}" dt="2026-08-29T00:25:36.634" v="681"/>
          <ac:cxnSpMkLst>
            <pc:docMk/>
            <pc:sldMk cId="2068724078" sldId="2147378987"/>
            <ac:cxnSpMk id="85" creationId="{8C56BB70-8442-B17C-C774-D7EC5129F257}"/>
          </ac:cxnSpMkLst>
        </pc:cxnChg>
        <pc:cxnChg chg="add mod ord">
          <ac:chgData name="Queiroz, Alexandre" userId="61f96136-1593-48e1-a13d-d59b0e357e79" providerId="ADAL" clId="{CE5B20F4-D6E3-4FAA-AB87-BDA7A9DC633E}" dt="2026-08-29T00:25:36.635" v="683"/>
          <ac:cxnSpMkLst>
            <pc:docMk/>
            <pc:sldMk cId="2068724078" sldId="2147378987"/>
            <ac:cxnSpMk id="86" creationId="{3231BB28-2CD9-8ACA-250A-22CA528C7B34}"/>
          </ac:cxnSpMkLst>
        </pc:cxnChg>
      </pc:sldChg>
      <pc:sldChg chg="addSp delSp modSp add mod">
        <pc:chgData name="Queiroz, Alexandre" userId="61f96136-1593-48e1-a13d-d59b0e357e79" providerId="ADAL" clId="{CE5B20F4-D6E3-4FAA-AB87-BDA7A9DC633E}" dt="2026-08-29T00:26:00.998" v="714" actId="478"/>
        <pc:sldMkLst>
          <pc:docMk/>
          <pc:sldMk cId="1505551062" sldId="2147378988"/>
        </pc:sldMkLst>
        <pc:spChg chg="del">
          <ac:chgData name="Queiroz, Alexandre" userId="61f96136-1593-48e1-a13d-d59b0e357e79" providerId="ADAL" clId="{CE5B20F4-D6E3-4FAA-AB87-BDA7A9DC633E}" dt="2026-08-29T00:26:00.998" v="714" actId="478"/>
          <ac:spMkLst>
            <pc:docMk/>
            <pc:sldMk cId="1505551062" sldId="2147378988"/>
            <ac:spMk id="14" creationId="{34A6DD12-9524-3C95-0DCA-7D73B4AAB1C3}"/>
          </ac:spMkLst>
        </pc:spChg>
        <pc:spChg chg="mod">
          <ac:chgData name="Queiroz, Alexandre" userId="61f96136-1593-48e1-a13d-d59b0e357e79" providerId="ADAL" clId="{CE5B20F4-D6E3-4FAA-AB87-BDA7A9DC633E}" dt="2026-08-29T00:25:55.948" v="713" actId="14100"/>
          <ac:spMkLst>
            <pc:docMk/>
            <pc:sldMk cId="1505551062" sldId="2147378988"/>
            <ac:spMk id="35" creationId="{2FD2DDB8-3E89-4F70-3C16-E70FD9600731}"/>
          </ac:spMkLst>
        </pc:spChg>
        <pc:spChg chg="mod">
          <ac:chgData name="Queiroz, Alexandre" userId="61f96136-1593-48e1-a13d-d59b0e357e79" providerId="ADAL" clId="{CE5B20F4-D6E3-4FAA-AB87-BDA7A9DC633E}" dt="2026-08-29T00:25:52.192" v="712" actId="1037"/>
          <ac:spMkLst>
            <pc:docMk/>
            <pc:sldMk cId="1505551062" sldId="2147378988"/>
            <ac:spMk id="48" creationId="{7D662295-7666-F7B1-B416-66314FB04C28}"/>
          </ac:spMkLst>
        </pc:spChg>
        <pc:spChg chg="mod">
          <ac:chgData name="Queiroz, Alexandre" userId="61f96136-1593-48e1-a13d-d59b0e357e79" providerId="ADAL" clId="{CE5B20F4-D6E3-4FAA-AB87-BDA7A9DC633E}" dt="2026-08-29T00:25:52.192" v="712" actId="1037"/>
          <ac:spMkLst>
            <pc:docMk/>
            <pc:sldMk cId="1505551062" sldId="2147378988"/>
            <ac:spMk id="50" creationId="{15F083DB-D76C-ED80-EF96-5587F39357CF}"/>
          </ac:spMkLst>
        </pc:spChg>
        <pc:spChg chg="add mod">
          <ac:chgData name="Queiroz, Alexandre" userId="61f96136-1593-48e1-a13d-d59b0e357e79" providerId="ADAL" clId="{CE5B20F4-D6E3-4FAA-AB87-BDA7A9DC633E}" dt="2026-08-29T00:25:35.918" v="615"/>
          <ac:spMkLst>
            <pc:docMk/>
            <pc:sldMk cId="1505551062" sldId="2147378988"/>
            <ac:spMk id="54" creationId="{8DFD336A-AD1B-526A-2F0C-32E950165E2C}"/>
          </ac:spMkLst>
        </pc:spChg>
        <pc:spChg chg="add mod">
          <ac:chgData name="Queiroz, Alexandre" userId="61f96136-1593-48e1-a13d-d59b0e357e79" providerId="ADAL" clId="{CE5B20F4-D6E3-4FAA-AB87-BDA7A9DC633E}" dt="2026-08-29T00:25:35.918" v="617"/>
          <ac:spMkLst>
            <pc:docMk/>
            <pc:sldMk cId="1505551062" sldId="2147378988"/>
            <ac:spMk id="55" creationId="{8E8C4C46-73FE-74D2-4552-BD70C9FBFE1C}"/>
          </ac:spMkLst>
        </pc:spChg>
        <pc:spChg chg="mod">
          <ac:chgData name="Queiroz, Alexandre" userId="61f96136-1593-48e1-a13d-d59b0e357e79" providerId="ADAL" clId="{CE5B20F4-D6E3-4FAA-AB87-BDA7A9DC633E}" dt="2026-08-29T00:25:48.346" v="696" actId="1038"/>
          <ac:spMkLst>
            <pc:docMk/>
            <pc:sldMk cId="1505551062" sldId="2147378988"/>
            <ac:spMk id="58" creationId="{5B5BA1DB-CB46-75B0-FC1B-2E0FD3895472}"/>
          </ac:spMkLst>
        </pc:spChg>
        <pc:spChg chg="add mod">
          <ac:chgData name="Queiroz, Alexandre" userId="61f96136-1593-48e1-a13d-d59b0e357e79" providerId="ADAL" clId="{CE5B20F4-D6E3-4FAA-AB87-BDA7A9DC633E}" dt="2026-08-29T00:25:35.918" v="615"/>
          <ac:spMkLst>
            <pc:docMk/>
            <pc:sldMk cId="1505551062" sldId="2147378988"/>
            <ac:spMk id="60" creationId="{E9E47E03-F883-85FC-8BFE-C60CEC0016F6}"/>
          </ac:spMkLst>
        </pc:spChg>
        <pc:spChg chg="add mod">
          <ac:chgData name="Queiroz, Alexandre" userId="61f96136-1593-48e1-a13d-d59b0e357e79" providerId="ADAL" clId="{CE5B20F4-D6E3-4FAA-AB87-BDA7A9DC633E}" dt="2026-08-29T00:25:35.918" v="617"/>
          <ac:spMkLst>
            <pc:docMk/>
            <pc:sldMk cId="1505551062" sldId="2147378988"/>
            <ac:spMk id="61" creationId="{B4E25AF2-F5DD-666A-C5B9-DF3CB5433011}"/>
          </ac:spMkLst>
        </pc:spChg>
        <pc:spChg chg="del">
          <ac:chgData name="Queiroz, Alexandre" userId="61f96136-1593-48e1-a13d-d59b0e357e79" providerId="ADAL" clId="{CE5B20F4-D6E3-4FAA-AB87-BDA7A9DC633E}" dt="2026-08-29T00:26:00.998" v="714" actId="478"/>
          <ac:spMkLst>
            <pc:docMk/>
            <pc:sldMk cId="1505551062" sldId="2147378988"/>
            <ac:spMk id="81" creationId="{3D132CD1-61D8-BE59-8A27-AEFED0F8BE58}"/>
          </ac:spMkLst>
        </pc:spChg>
        <pc:spChg chg="del">
          <ac:chgData name="Queiroz, Alexandre" userId="61f96136-1593-48e1-a13d-d59b0e357e79" providerId="ADAL" clId="{CE5B20F4-D6E3-4FAA-AB87-BDA7A9DC633E}" dt="2026-08-29T00:26:00.998" v="714" actId="478"/>
          <ac:spMkLst>
            <pc:docMk/>
            <pc:sldMk cId="1505551062" sldId="2147378988"/>
            <ac:spMk id="82" creationId="{1787F8A9-028B-0F5D-B87C-BC263BBC7D59}"/>
          </ac:spMkLst>
        </pc:spChg>
        <pc:grpChg chg="del">
          <ac:chgData name="Queiroz, Alexandre" userId="61f96136-1593-48e1-a13d-d59b0e357e79" providerId="ADAL" clId="{CE5B20F4-D6E3-4FAA-AB87-BDA7A9DC633E}" dt="2026-08-29T00:25:35.893" v="554"/>
          <ac:grpSpMkLst>
            <pc:docMk/>
            <pc:sldMk cId="1505551062" sldId="2147378988"/>
            <ac:grpSpMk id="33" creationId="{02B8BCF9-EA78-3780-C376-6E6E54294AB9}"/>
          </ac:grpSpMkLst>
        </pc:grpChg>
        <pc:grpChg chg="del">
          <ac:chgData name="Queiroz, Alexandre" userId="61f96136-1593-48e1-a13d-d59b0e357e79" providerId="ADAL" clId="{CE5B20F4-D6E3-4FAA-AB87-BDA7A9DC633E}" dt="2026-08-29T00:25:35.892" v="553"/>
          <ac:grpSpMkLst>
            <pc:docMk/>
            <pc:sldMk cId="1505551062" sldId="2147378988"/>
            <ac:grpSpMk id="34" creationId="{1D268065-1670-D610-FCE8-A2DED38D6569}"/>
          </ac:grpSpMkLst>
        </pc:grpChg>
        <pc:grpChg chg="add mod">
          <ac:chgData name="Queiroz, Alexandre" userId="61f96136-1593-48e1-a13d-d59b0e357e79" providerId="ADAL" clId="{CE5B20F4-D6E3-4FAA-AB87-BDA7A9DC633E}" dt="2026-08-29T00:25:35.918" v="616"/>
          <ac:grpSpMkLst>
            <pc:docMk/>
            <pc:sldMk cId="1505551062" sldId="2147378988"/>
            <ac:grpSpMk id="62" creationId="{44444CE5-9CC3-83E4-05D9-8516F7615979}"/>
          </ac:grpSpMkLst>
        </pc:grpChg>
        <pc:grpChg chg="add mod">
          <ac:chgData name="Queiroz, Alexandre" userId="61f96136-1593-48e1-a13d-d59b0e357e79" providerId="ADAL" clId="{CE5B20F4-D6E3-4FAA-AB87-BDA7A9DC633E}" dt="2026-08-29T00:25:35.919" v="618"/>
          <ac:grpSpMkLst>
            <pc:docMk/>
            <pc:sldMk cId="1505551062" sldId="2147378988"/>
            <ac:grpSpMk id="74" creationId="{46F745BD-419C-1D22-F139-1960FC092529}"/>
          </ac:grpSpMkLst>
        </pc:grpChg>
        <pc:cxnChg chg="add mod ord">
          <ac:chgData name="Queiroz, Alexandre" userId="61f96136-1593-48e1-a13d-d59b0e357e79" providerId="ADAL" clId="{CE5B20F4-D6E3-4FAA-AB87-BDA7A9DC633E}" dt="2026-08-29T00:25:35.918" v="615"/>
          <ac:cxnSpMkLst>
            <pc:docMk/>
            <pc:sldMk cId="1505551062" sldId="2147378988"/>
            <ac:cxnSpMk id="15" creationId="{913D5D83-EEDF-7CD5-3486-C5B717B51BA8}"/>
          </ac:cxnSpMkLst>
        </pc:cxnChg>
        <pc:cxnChg chg="mod">
          <ac:chgData name="Queiroz, Alexandre" userId="61f96136-1593-48e1-a13d-d59b0e357e79" providerId="ADAL" clId="{CE5B20F4-D6E3-4FAA-AB87-BDA7A9DC633E}" dt="2026-08-29T00:25:52.192" v="712" actId="1037"/>
          <ac:cxnSpMkLst>
            <pc:docMk/>
            <pc:sldMk cId="1505551062" sldId="2147378988"/>
            <ac:cxnSpMk id="40" creationId="{D9365F32-7F0A-F77C-73EE-3CFEC676B21C}"/>
          </ac:cxnSpMkLst>
        </pc:cxnChg>
        <pc:cxnChg chg="add mod ord">
          <ac:chgData name="Queiroz, Alexandre" userId="61f96136-1593-48e1-a13d-d59b0e357e79" providerId="ADAL" clId="{CE5B20F4-D6E3-4FAA-AB87-BDA7A9DC633E}" dt="2026-08-29T00:25:35.918" v="617"/>
          <ac:cxnSpMkLst>
            <pc:docMk/>
            <pc:sldMk cId="1505551062" sldId="2147378988"/>
            <ac:cxnSpMk id="51" creationId="{49A071D9-C9A8-DD4F-B433-CEF5D3445233}"/>
          </ac:cxnSpMkLst>
        </pc:cxnChg>
        <pc:cxnChg chg="add mod ord">
          <ac:chgData name="Queiroz, Alexandre" userId="61f96136-1593-48e1-a13d-d59b0e357e79" providerId="ADAL" clId="{CE5B20F4-D6E3-4FAA-AB87-BDA7A9DC633E}" dt="2026-08-29T00:25:35.918" v="615"/>
          <ac:cxnSpMkLst>
            <pc:docMk/>
            <pc:sldMk cId="1505551062" sldId="2147378988"/>
            <ac:cxnSpMk id="52" creationId="{22E2F81F-E51E-39C5-B2F8-85579B6F8779}"/>
          </ac:cxnSpMkLst>
        </pc:cxnChg>
        <pc:cxnChg chg="add mod ord">
          <ac:chgData name="Queiroz, Alexandre" userId="61f96136-1593-48e1-a13d-d59b0e357e79" providerId="ADAL" clId="{CE5B20F4-D6E3-4FAA-AB87-BDA7A9DC633E}" dt="2026-08-29T00:25:35.918" v="617"/>
          <ac:cxnSpMkLst>
            <pc:docMk/>
            <pc:sldMk cId="1505551062" sldId="2147378988"/>
            <ac:cxnSpMk id="53" creationId="{33D387DA-7FC0-8FC3-78C9-333D82C0A17E}"/>
          </ac:cxnSpMkLst>
        </pc:cxnChg>
      </pc:sldChg>
      <pc:sldChg chg="modSp add mod">
        <pc:chgData name="Queiroz, Alexandre" userId="61f96136-1593-48e1-a13d-d59b0e357e79" providerId="ADAL" clId="{CE5B20F4-D6E3-4FAA-AB87-BDA7A9DC633E}" dt="2026-08-29T00:32:14.641" v="871" actId="6549"/>
        <pc:sldMkLst>
          <pc:docMk/>
          <pc:sldMk cId="2199877372" sldId="2147378989"/>
        </pc:sldMkLst>
        <pc:graphicFrameChg chg="modGraphic">
          <ac:chgData name="Queiroz, Alexandre" userId="61f96136-1593-48e1-a13d-d59b0e357e79" providerId="ADAL" clId="{CE5B20F4-D6E3-4FAA-AB87-BDA7A9DC633E}" dt="2026-08-29T00:32:14.641" v="871" actId="6549"/>
          <ac:graphicFrameMkLst>
            <pc:docMk/>
            <pc:sldMk cId="2199877372" sldId="2147378989"/>
            <ac:graphicFrameMk id="11" creationId="{1280DF4F-57E1-DCEC-6D04-B26C301412B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0056A-FD4B-4467-9B11-0CA38F4DD715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55877-0619-4B98-AF5E-5CBCFB0DFF1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71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5133" indent="-175133" defTabSz="700532">
              <a:spcBef>
                <a:spcPts val="1182"/>
              </a:spcBef>
              <a:defRPr/>
            </a:pPr>
            <a:fld id="{4188FFC8-61D1-4B9E-8425-C292765EC675}" type="slidenum">
              <a:rPr lang="pt-BR">
                <a:solidFill>
                  <a:prstClr val="black"/>
                </a:solidFill>
                <a:latin typeface="Calibri" panose="020F0502020204030204"/>
              </a:rPr>
              <a:pPr marL="175133" indent="-175133" defTabSz="700532">
                <a:spcBef>
                  <a:spcPts val="1182"/>
                </a:spcBef>
                <a:defRPr/>
              </a:pPr>
              <a:t>1</a:t>
            </a:fld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60869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5133" indent="-175133" defTabSz="700532">
              <a:spcBef>
                <a:spcPts val="1182"/>
              </a:spcBef>
              <a:defRPr/>
            </a:pPr>
            <a:fld id="{48E992F6-EABD-4018-8F1E-DDFBD31C0122}" type="slidenum">
              <a:rPr lang="pt-BR">
                <a:solidFill>
                  <a:prstClr val="black"/>
                </a:solidFill>
                <a:latin typeface="Aptos" panose="02110004020202020204"/>
              </a:rPr>
              <a:pPr marL="175133" indent="-175133" defTabSz="700532">
                <a:spcBef>
                  <a:spcPts val="1182"/>
                </a:spcBef>
                <a:defRPr/>
              </a:pPr>
              <a:t>2</a:t>
            </a:fld>
            <a:endParaRPr lang="pt-BR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46123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7C218-56CE-DCD5-6797-B8968894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E225D-CCD8-E1FD-945D-DC0C2DDE8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2F8A2-9736-D242-0170-0684673BD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A2AC4-D03F-CA34-F70C-01465F58F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8DA77AFD-2F7B-45B6-84C6-E11307D2E6D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806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B02CB-72AE-A26A-8039-90C23B3FF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EE99A-90D0-9AA4-98AB-1ED285F30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D6780-6433-FF3C-99DE-F5924CAB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9C621-B331-BC42-B97E-303BF6688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5133" indent="-175133" defTabSz="700532">
              <a:spcBef>
                <a:spcPts val="1182"/>
              </a:spcBef>
              <a:defRPr/>
            </a:pPr>
            <a:fld id="{4188FFC8-61D1-4B9E-8425-C292765EC675}" type="slidenum">
              <a:rPr lang="pt-BR">
                <a:solidFill>
                  <a:prstClr val="black"/>
                </a:solidFill>
                <a:latin typeface="Calibri" panose="020F0502020204030204"/>
              </a:rPr>
              <a:pPr marL="175133" indent="-175133" defTabSz="700532">
                <a:spcBef>
                  <a:spcPts val="1182"/>
                </a:spcBef>
                <a:defRPr/>
              </a:pPr>
              <a:t>11</a:t>
            </a:fld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982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C8C63E2-4485-A1D6-4D33-D368229C029F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199121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8" progId="TCLayout.ActiveDocument.1">
                  <p:embed/>
                </p:oleObj>
              </mc:Choice>
              <mc:Fallback>
                <p:oleObj name="think-cell Slide" r:id="rId2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8C63E2-4485-A1D6-4D33-D368229C02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ainLogo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rtl="0">
              <a:buNone/>
            </a:pPr>
            <a:r>
              <a:rPr lang="pt-BR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r>
              <a:rPr lang="pt-BR"/>
              <a:t>Click </a:t>
            </a:r>
            <a:r>
              <a:rPr lang="pt-BR" err="1"/>
              <a:t>icon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picture</a:t>
            </a:r>
            <a:endParaRPr lang="pt-BR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subtitle</a:t>
            </a:r>
            <a:r>
              <a:rPr lang="pt-BR"/>
              <a:t>/</a:t>
            </a:r>
            <a:r>
              <a:rPr lang="pt-BR" err="1"/>
              <a:t>contacts</a:t>
            </a:r>
            <a:r>
              <a:rPr lang="pt-BR"/>
              <a:t>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vert="horz" anchor="b"/>
          <a:lstStyle>
            <a:lvl1pPr algn="l" rtl="0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026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0ED502-4EEF-D196-C09E-686099543ED1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126622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8" progId="TCLayout.ActiveDocument.1">
                  <p:embed/>
                </p:oleObj>
              </mc:Choice>
              <mc:Fallback>
                <p:oleObj name="think-cell Slide" r:id="rId2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0ED502-4EEF-D196-C09E-686099543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28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021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894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&amp;Co - Conteú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52DE0C5-3A8C-96D5-185B-CDB08E63ECA7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61969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8" progId="TCLayout.ActiveDocument.1">
                  <p:embed/>
                </p:oleObj>
              </mc:Choice>
              <mc:Fallback>
                <p:oleObj name="think-cell Slide" r:id="rId2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2DE0C5-3A8C-96D5-185B-CDB08E63EC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115C5D79-BAC0-57E1-7FFE-92B3C677E9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291" y="148903"/>
            <a:ext cx="11450193" cy="515901"/>
          </a:xfrm>
        </p:spPr>
        <p:txBody>
          <a:bodyPr vert="horz"/>
          <a:lstStyle>
            <a:lvl1pPr rtl="0">
              <a:defRPr sz="3199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04C68E4-094C-9AF9-C122-7875BFF2C6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266283" y="207603"/>
            <a:ext cx="457200" cy="45720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3761C8D0-9422-3D3D-51EF-B7FAB2B56EE4}"/>
              </a:ext>
            </a:extLst>
          </p:cNvPr>
          <p:cNvCxnSpPr>
            <a:cxnSpLocks/>
          </p:cNvCxnSpPr>
          <p:nvPr userDrawn="1"/>
        </p:nvCxnSpPr>
        <p:spPr>
          <a:xfrm>
            <a:off x="-14068" y="787731"/>
            <a:ext cx="12206068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36000">
                  <a:srgbClr val="7DDF20"/>
                </a:gs>
                <a:gs pos="100000">
                  <a:srgbClr val="004B3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6">
            <a:extLst>
              <a:ext uri="{FF2B5EF4-FFF2-40B4-BE49-F238E27FC236}">
                <a16:creationId xmlns:a16="http://schemas.microsoft.com/office/drawing/2014/main" id="{36DB3D2D-18BC-8F56-D89C-F4FD0CBB322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536885"/>
            <a:ext cx="11515726" cy="5030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607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1pPr>
            <a:lvl2pPr marL="742579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2pPr>
            <a:lvl3pPr marL="1199550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3pPr>
            <a:lvl4pPr marL="1656522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4pPr>
            <a:lvl5pPr marL="2113493" indent="-285607" rtl="0">
              <a:buFont typeface="Arial" panose="020B0604020202020204" pitchFamily="34" charset="0"/>
              <a:buChar char="•"/>
              <a:defRPr lang="pt-BR" sz="1400" b="0" dirty="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7351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4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63" userDrawn="1">
          <p15:clr>
            <a:srgbClr val="F26B43"/>
          </p15:clr>
        </p15:guide>
        <p15:guide id="2" orient="horz" pos="915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288" userDrawn="1">
          <p15:clr>
            <a:srgbClr val="F26B43"/>
          </p15:clr>
        </p15:guide>
        <p15:guide id="5" pos="54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44908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rtl="0">
              <a:buNone/>
            </a:pPr>
            <a:r>
              <a:rPr lang="pt-BR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22373222202F3E0D0A202020203C4C6F776572537469636B6572477569646520786D6C6E733D2231303322202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pt-BR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pt-BR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pt-BR" sz="600">
                <a:solidFill>
                  <a:srgbClr val="FFFFFF"/>
                </a:solidFill>
              </a:rPr>
              <a:t>260828 - L&amp;Co Aceleração SN -  ...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pt-BR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31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2">
          <p15:clr>
            <a:srgbClr val="F26B43"/>
          </p15:clr>
        </p15:guide>
        <p15:guide id="2" orient="horz" pos="574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pos="211">
          <p15:clr>
            <a:srgbClr val="F26B43"/>
          </p15:clr>
        </p15:guide>
        <p15:guide id="5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6.xml"/><Relationship Id="rId7" Type="http://schemas.openxmlformats.org/officeDocument/2006/relationships/oleObject" Target="../embeddings/oleObject6.bin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1.emf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F28BAAE9-FBF8-2249-FCB2-0FADD5367E2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742551">
              <a:extLst>
                <a:ext uri="{FF2B5EF4-FFF2-40B4-BE49-F238E27FC236}">
                  <a16:creationId xmlns:a16="http://schemas.microsoft.com/office/drawing/2014/main" id="{BC768B8D-F8D3-703F-EA4F-76E4DB440B61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btfpColumnGapBlocker380989">
              <a:extLst>
                <a:ext uri="{FF2B5EF4-FFF2-40B4-BE49-F238E27FC236}">
                  <a16:creationId xmlns:a16="http://schemas.microsoft.com/office/drawing/2014/main" id="{CB196D83-91A6-B7C1-72FE-12D6D3D95DF9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btfpColumnIndicator110283">
              <a:extLst>
                <a:ext uri="{FF2B5EF4-FFF2-40B4-BE49-F238E27FC236}">
                  <a16:creationId xmlns:a16="http://schemas.microsoft.com/office/drawing/2014/main" id="{66BB996C-A0A5-0D19-84DB-4025F1913E22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954289">
              <a:extLst>
                <a:ext uri="{FF2B5EF4-FFF2-40B4-BE49-F238E27FC236}">
                  <a16:creationId xmlns:a16="http://schemas.microsoft.com/office/drawing/2014/main" id="{859C2281-C449-BFDE-74D4-3A6BBB6A2865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FBAC8B47-4077-C42E-7970-7FAD85BE1FE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4" name="btfpColumnGapBlocker167383">
              <a:extLst>
                <a:ext uri="{FF2B5EF4-FFF2-40B4-BE49-F238E27FC236}">
                  <a16:creationId xmlns:a16="http://schemas.microsoft.com/office/drawing/2014/main" id="{AE014BC8-27EB-E18E-202F-207F91B4EC17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btfpColumnGapBlocker488478">
              <a:extLst>
                <a:ext uri="{FF2B5EF4-FFF2-40B4-BE49-F238E27FC236}">
                  <a16:creationId xmlns:a16="http://schemas.microsoft.com/office/drawing/2014/main" id="{2F5B575D-97F9-BB54-1A71-81ADB7D7E2D0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" name="btfpColumnIndicator997863">
              <a:extLst>
                <a:ext uri="{FF2B5EF4-FFF2-40B4-BE49-F238E27FC236}">
                  <a16:creationId xmlns:a16="http://schemas.microsoft.com/office/drawing/2014/main" id="{51863512-D98A-09DB-501A-40D1C4F73E86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142308">
              <a:extLst>
                <a:ext uri="{FF2B5EF4-FFF2-40B4-BE49-F238E27FC236}">
                  <a16:creationId xmlns:a16="http://schemas.microsoft.com/office/drawing/2014/main" id="{CCB9C43A-908D-52F8-BCFA-8AF90774B27C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38600515-6273-F595-6954-1BCD854821B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600515-6273-F595-6954-1BCD85482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5">
            <a:extLst>
              <a:ext uri="{FF2B5EF4-FFF2-40B4-BE49-F238E27FC236}">
                <a16:creationId xmlns:a16="http://schemas.microsoft.com/office/drawing/2014/main" id="{4DFE3851-1434-1A9A-87C5-8B667232E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309" b="21432"/>
          <a:stretch/>
        </p:blipFill>
        <p:spPr bwMode="auto">
          <a:xfrm>
            <a:off x="0" y="-1"/>
            <a:ext cx="12188825" cy="686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51">
            <a:extLst>
              <a:ext uri="{FF2B5EF4-FFF2-40B4-BE49-F238E27FC236}">
                <a16:creationId xmlns:a16="http://schemas.microsoft.com/office/drawing/2014/main" id="{6F2994D8-00DE-4D17-B45B-64539770ADA6}"/>
              </a:ext>
            </a:extLst>
          </p:cNvPr>
          <p:cNvSpPr/>
          <p:nvPr/>
        </p:nvSpPr>
        <p:spPr bwMode="gray">
          <a:xfrm>
            <a:off x="0" y="0"/>
            <a:ext cx="4739640" cy="6866873"/>
          </a:xfrm>
          <a:custGeom>
            <a:avLst/>
            <a:gdLst>
              <a:gd name="connsiteX0" fmla="*/ 0 w 4556760"/>
              <a:gd name="connsiteY0" fmla="*/ 0 h 6858001"/>
              <a:gd name="connsiteX1" fmla="*/ 4556760 w 4556760"/>
              <a:gd name="connsiteY1" fmla="*/ 0 h 6858001"/>
              <a:gd name="connsiteX2" fmla="*/ 4556760 w 4556760"/>
              <a:gd name="connsiteY2" fmla="*/ 6858001 h 6858001"/>
              <a:gd name="connsiteX3" fmla="*/ 0 w 4556760"/>
              <a:gd name="connsiteY3" fmla="*/ 6858001 h 6858001"/>
              <a:gd name="connsiteX4" fmla="*/ 0 w 455676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45567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36042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9680" h="6858001">
                <a:moveTo>
                  <a:pt x="0" y="0"/>
                </a:moveTo>
                <a:lnTo>
                  <a:pt x="5059680" y="0"/>
                </a:lnTo>
                <a:lnTo>
                  <a:pt x="3604260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solidFill>
            <a:srgbClr val="05662B">
              <a:alpha val="85098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AF909-987F-41FA-AA30-F44F46695045}"/>
              </a:ext>
            </a:extLst>
          </p:cNvPr>
          <p:cNvSpPr/>
          <p:nvPr/>
        </p:nvSpPr>
        <p:spPr>
          <a:xfrm>
            <a:off x="327119" y="872216"/>
            <a:ext cx="391762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Aceleração</a:t>
            </a:r>
            <a:b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Seminovos</a:t>
            </a:r>
          </a:p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400" b="1" spc="600" noProof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Acompanhamento</a:t>
            </a:r>
            <a:b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Lead-</a:t>
            </a:r>
            <a:r>
              <a:rPr lang="pt-BR" sz="2400" b="1" spc="600" noProof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pt-BR" sz="2400" b="1" spc="6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sz="2400" b="1" spc="600" noProof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endParaRPr lang="pt-BR" sz="2400" b="1" spc="600" noProof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C25093-4A5E-41E7-BC95-AA614874CDC3}"/>
              </a:ext>
            </a:extLst>
          </p:cNvPr>
          <p:cNvSpPr/>
          <p:nvPr/>
        </p:nvSpPr>
        <p:spPr>
          <a:xfrm>
            <a:off x="332523" y="3957901"/>
            <a:ext cx="33466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spc="300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Agosto </a:t>
            </a:r>
            <a:r>
              <a:rPr kumimoji="0" lang="pt-BR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2026</a:t>
            </a:r>
          </a:p>
        </p:txBody>
      </p:sp>
      <p:pic>
        <p:nvPicPr>
          <p:cNvPr id="12" name="BainLogo">
            <a:extLst>
              <a:ext uri="{FF2B5EF4-FFF2-40B4-BE49-F238E27FC236}">
                <a16:creationId xmlns:a16="http://schemas.microsoft.com/office/drawing/2014/main" id="{BCF87F84-1086-42B5-A4C5-FA95D58939A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" y="6245458"/>
            <a:ext cx="2702849" cy="338221"/>
          </a:xfrm>
          <a:prstGeom prst="rect">
            <a:avLst/>
          </a:prstGeom>
        </p:spPr>
      </p:pic>
      <p:pic>
        <p:nvPicPr>
          <p:cNvPr id="18" name="Gráfico 10">
            <a:extLst>
              <a:ext uri="{FF2B5EF4-FFF2-40B4-BE49-F238E27FC236}">
                <a16:creationId xmlns:a16="http://schemas.microsoft.com/office/drawing/2014/main" id="{1F30A1B3-DB90-22B6-B0C8-4576D5557D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668" y="5818547"/>
            <a:ext cx="2241021" cy="3051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459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0"/>
    </mc:Choice>
    <mc:Fallback xmlns="">
      <p:transition spd="slow" advTm="128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8A3DD95C-E54B-3E64-514B-B0403E36B64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233234">
              <a:extLst>
                <a:ext uri="{FF2B5EF4-FFF2-40B4-BE49-F238E27FC236}">
                  <a16:creationId xmlns:a16="http://schemas.microsoft.com/office/drawing/2014/main" id="{CE2ECEF6-E85F-682F-F135-47EE5CC8A1ED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btfpColumnGapBlocker959176">
              <a:extLst>
                <a:ext uri="{FF2B5EF4-FFF2-40B4-BE49-F238E27FC236}">
                  <a16:creationId xmlns:a16="http://schemas.microsoft.com/office/drawing/2014/main" id="{5775F7AE-6FE3-66B1-4BE8-CA52394D7A4A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btfpColumnIndicator405116">
              <a:extLst>
                <a:ext uri="{FF2B5EF4-FFF2-40B4-BE49-F238E27FC236}">
                  <a16:creationId xmlns:a16="http://schemas.microsoft.com/office/drawing/2014/main" id="{4099B708-699A-CCFF-4D83-BA8A53671A8F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95639">
              <a:extLst>
                <a:ext uri="{FF2B5EF4-FFF2-40B4-BE49-F238E27FC236}">
                  <a16:creationId xmlns:a16="http://schemas.microsoft.com/office/drawing/2014/main" id="{AD9E8726-F5B5-12C8-8D95-6F3FD860C60D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021E6445-60A8-B47D-40A7-0FCBCDAF5FE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46742">
              <a:extLst>
                <a:ext uri="{FF2B5EF4-FFF2-40B4-BE49-F238E27FC236}">
                  <a16:creationId xmlns:a16="http://schemas.microsoft.com/office/drawing/2014/main" id="{BCD3BAB5-8082-31E3-955B-FEBD071A94F9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btfpColumnGapBlocker810808">
              <a:extLst>
                <a:ext uri="{FF2B5EF4-FFF2-40B4-BE49-F238E27FC236}">
                  <a16:creationId xmlns:a16="http://schemas.microsoft.com/office/drawing/2014/main" id="{1159934C-EFBA-C6C3-8590-2402AD63B70A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" name="btfpColumnIndicator472971">
              <a:extLst>
                <a:ext uri="{FF2B5EF4-FFF2-40B4-BE49-F238E27FC236}">
                  <a16:creationId xmlns:a16="http://schemas.microsoft.com/office/drawing/2014/main" id="{732608B0-96F1-3573-0897-BAD1AFA226DD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147449">
              <a:extLst>
                <a:ext uri="{FF2B5EF4-FFF2-40B4-BE49-F238E27FC236}">
                  <a16:creationId xmlns:a16="http://schemas.microsoft.com/office/drawing/2014/main" id="{9785B7E1-5E96-BE33-8B17-6E90373B9EF1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D1567A4A-85F8-21B5-4328-62984629386D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567A4A-85F8-21B5-4328-6298462938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147916">
            <a:extLst>
              <a:ext uri="{FF2B5EF4-FFF2-40B4-BE49-F238E27FC236}">
                <a16:creationId xmlns:a16="http://schemas.microsoft.com/office/drawing/2014/main" id="{7B8C0304-F6FE-70C7-3487-51C9CAC8F71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rcRect l="41088" t="-54" r="14118" b="859"/>
          <a:stretch/>
        </p:blipFill>
        <p:spPr>
          <a:xfrm>
            <a:off x="0" y="-1"/>
            <a:ext cx="4707467" cy="6947785"/>
          </a:xfrm>
          <a:prstGeom prst="rect">
            <a:avLst/>
          </a:prstGeom>
        </p:spPr>
      </p:pic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598488" cy="93158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 defTabSz="711182">
              <a:buNone/>
            </a:pPr>
            <a:r>
              <a:rPr lang="pt-BR" sz="133" noProof="0">
                <a:solidFill>
                  <a:srgbClr val="FFFFFF">
                    <a:alpha val="0"/>
                  </a:srgbClr>
                </a:solidFill>
                <a:latin typeface="Arial"/>
              </a:rPr>
              <a:t>overall_1_132120819478642373 columns_1_132120819478642373 </a:t>
            </a:r>
          </a:p>
        </p:txBody>
      </p:sp>
      <p:cxnSp>
        <p:nvCxnSpPr>
          <p:cNvPr id="26" name="Straight Connector 25"/>
          <p:cNvCxnSpPr>
            <a:cxnSpLocks/>
          </p:cNvCxnSpPr>
          <p:nvPr/>
        </p:nvCxnSpPr>
        <p:spPr bwMode="gray">
          <a:xfrm flipH="1">
            <a:off x="3234811" y="160736"/>
            <a:ext cx="1364211" cy="6775848"/>
          </a:xfrm>
          <a:prstGeom prst="line">
            <a:avLst/>
          </a:prstGeom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 bwMode="gray">
          <a:xfrm>
            <a:off x="-28843" y="-14423"/>
            <a:ext cx="5159453" cy="6859961"/>
          </a:xfrm>
          <a:prstGeom prst="rect">
            <a:avLst/>
          </a:prstGeom>
          <a:gradFill flip="none" rotWithShape="1">
            <a:gsLst>
              <a:gs pos="37000">
                <a:schemeClr val="tx1">
                  <a:alpha val="29000"/>
                </a:schemeClr>
              </a:gs>
              <a:gs pos="0">
                <a:schemeClr val="tx1">
                  <a:alpha val="75000"/>
                </a:scheme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711182">
              <a:buNone/>
            </a:pPr>
            <a:endParaRPr lang="pt-BR" noProof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itle 1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38841" y="282226"/>
            <a:ext cx="3984339" cy="113260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>
              <a:lnSpc>
                <a:spcPct val="100000"/>
              </a:lnSpc>
              <a:spcBef>
                <a:spcPct val="0"/>
              </a:spcBef>
              <a:buNone/>
              <a:defRPr sz="4000">
                <a:solidFill>
                  <a:srgbClr val="5C5C5C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11182"/>
            <a:r>
              <a:rPr lang="pt-BR" b="1" noProof="0">
                <a:solidFill>
                  <a:srgbClr val="FFFFFF"/>
                </a:solidFill>
                <a:latin typeface="Arial"/>
              </a:rPr>
              <a:t>Objetivos</a:t>
            </a:r>
            <a:br>
              <a:rPr lang="pt-BR" b="1" noProof="0">
                <a:solidFill>
                  <a:srgbClr val="FFFFFF"/>
                </a:solidFill>
                <a:latin typeface="Arial"/>
              </a:rPr>
            </a:br>
            <a:r>
              <a:rPr lang="pt-BR" b="1" noProof="0">
                <a:solidFill>
                  <a:srgbClr val="FFFFFF"/>
                </a:solidFill>
                <a:latin typeface="Arial"/>
              </a:rPr>
              <a:t>de hoje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D8623F9D-1EC0-73EC-E40A-AA957963B49F}"/>
              </a:ext>
            </a:extLst>
          </p:cNvPr>
          <p:cNvSpPr/>
          <p:nvPr/>
        </p:nvSpPr>
        <p:spPr bwMode="gray">
          <a:xfrm>
            <a:off x="3318882" y="-3224"/>
            <a:ext cx="1398111" cy="6869967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711182">
              <a:buNone/>
            </a:pPr>
            <a:endParaRPr lang="pt-BR" noProof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btfpBulletedList198949">
            <a:extLst>
              <a:ext uri="{FF2B5EF4-FFF2-40B4-BE49-F238E27FC236}">
                <a16:creationId xmlns:a16="http://schemas.microsoft.com/office/drawing/2014/main" id="{AC87DEA2-4ADA-396B-3D5B-22C26439D5CF}"/>
              </a:ext>
            </a:extLst>
          </p:cNvPr>
          <p:cNvSpPr txBox="1"/>
          <p:nvPr/>
        </p:nvSpPr>
        <p:spPr bwMode="gray">
          <a:xfrm>
            <a:off x="5578451" y="2088066"/>
            <a:ext cx="63348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711182">
              <a:spcBef>
                <a:spcPts val="1800"/>
              </a:spcBef>
              <a:buNone/>
            </a:pPr>
            <a:r>
              <a:rPr lang="pt-BR" sz="2400" b="1" noProof="0" dirty="0">
                <a:solidFill>
                  <a:srgbClr val="000000"/>
                </a:solidFill>
                <a:latin typeface="Arial"/>
              </a:rPr>
              <a:t>Compartilhar avanços </a:t>
            </a:r>
            <a:r>
              <a:rPr lang="pt-BR" sz="2400" noProof="0" dirty="0">
                <a:solidFill>
                  <a:srgbClr val="000000"/>
                </a:solidFill>
                <a:latin typeface="Arial"/>
              </a:rPr>
              <a:t>das frentes de trabalho de 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</a:rPr>
              <a:t>lead-to</a:t>
            </a:r>
            <a:r>
              <a:rPr lang="pt-BR" sz="2400" dirty="0">
                <a:solidFill>
                  <a:srgbClr val="000000"/>
                </a:solidFill>
                <a:latin typeface="Arial"/>
              </a:rPr>
              <a:t>-</a:t>
            </a:r>
            <a:r>
              <a:rPr lang="pt-BR" sz="2400" noProof="0" dirty="0" err="1">
                <a:solidFill>
                  <a:srgbClr val="000000"/>
                </a:solidFill>
                <a:latin typeface="Arial"/>
              </a:rPr>
              <a:t>sales</a:t>
            </a:r>
            <a:endParaRPr lang="pt-BR" sz="2400" b="1" noProof="0" dirty="0">
              <a:solidFill>
                <a:srgbClr val="000000"/>
              </a:solidFill>
              <a:latin typeface="Arial"/>
            </a:endParaRPr>
          </a:p>
          <a:p>
            <a:pPr marL="0" indent="0" defTabSz="711182">
              <a:spcBef>
                <a:spcPts val="1800"/>
              </a:spcBef>
              <a:buNone/>
            </a:pPr>
            <a:endParaRPr lang="pt-BR" sz="2400" noProof="0" dirty="0">
              <a:solidFill>
                <a:srgbClr val="000000"/>
              </a:solidFill>
              <a:latin typeface="Arial"/>
            </a:endParaRPr>
          </a:p>
          <a:p>
            <a:pPr marL="0" indent="0" defTabSz="711182">
              <a:spcBef>
                <a:spcPts val="1800"/>
              </a:spcBef>
              <a:buNone/>
            </a:pPr>
            <a:r>
              <a:rPr lang="pt-BR" sz="2400" noProof="0" dirty="0">
                <a:solidFill>
                  <a:srgbClr val="000000"/>
                </a:solidFill>
                <a:latin typeface="Arial"/>
              </a:rPr>
              <a:t>Combinar </a:t>
            </a:r>
            <a:r>
              <a:rPr lang="pt-BR" sz="2400" b="1" noProof="0" dirty="0">
                <a:solidFill>
                  <a:srgbClr val="000000"/>
                </a:solidFill>
                <a:latin typeface="Arial"/>
              </a:rPr>
              <a:t>próximos passos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51356-B2C4-9D94-8221-1EDBD035D667}"/>
              </a:ext>
            </a:extLst>
          </p:cNvPr>
          <p:cNvSpPr txBox="1"/>
          <p:nvPr/>
        </p:nvSpPr>
        <p:spPr bwMode="gray">
          <a:xfrm>
            <a:off x="4989293" y="1994443"/>
            <a:ext cx="500705" cy="99603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pt-BR" sz="6000" noProof="0" dirty="0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0BB60-98C1-F3AC-ADED-7CBA24ED8183}"/>
              </a:ext>
            </a:extLst>
          </p:cNvPr>
          <p:cNvSpPr txBox="1"/>
          <p:nvPr/>
        </p:nvSpPr>
        <p:spPr bwMode="gray">
          <a:xfrm>
            <a:off x="4989293" y="3389724"/>
            <a:ext cx="500705" cy="99603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pt-BR" sz="6000" noProof="0">
                <a:solidFill>
                  <a:srgbClr val="CC0000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646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2FE17E0E-FB41-6C2B-A9A1-5BF91408DDB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612382">
              <a:extLst>
                <a:ext uri="{FF2B5EF4-FFF2-40B4-BE49-F238E27FC236}">
                  <a16:creationId xmlns:a16="http://schemas.microsoft.com/office/drawing/2014/main" id="{4C1DB720-8130-9DA0-DD5C-7C9CBF555535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215252">
              <a:extLst>
                <a:ext uri="{FF2B5EF4-FFF2-40B4-BE49-F238E27FC236}">
                  <a16:creationId xmlns:a16="http://schemas.microsoft.com/office/drawing/2014/main" id="{651DC923-AF08-2CC3-84C1-383AEEB0EA4F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791083">
              <a:extLst>
                <a:ext uri="{FF2B5EF4-FFF2-40B4-BE49-F238E27FC236}">
                  <a16:creationId xmlns:a16="http://schemas.microsoft.com/office/drawing/2014/main" id="{D624A249-DED3-1048-BC89-F74093F56CC8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359414">
              <a:extLst>
                <a:ext uri="{FF2B5EF4-FFF2-40B4-BE49-F238E27FC236}">
                  <a16:creationId xmlns:a16="http://schemas.microsoft.com/office/drawing/2014/main" id="{60950A6A-6883-840B-44A5-2984FE451AC8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91EDD9D7-983B-38CB-05EA-9780B780F06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376333">
              <a:extLst>
                <a:ext uri="{FF2B5EF4-FFF2-40B4-BE49-F238E27FC236}">
                  <a16:creationId xmlns:a16="http://schemas.microsoft.com/office/drawing/2014/main" id="{E520BB90-108C-4254-78D9-9133022E0A9F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424634">
              <a:extLst>
                <a:ext uri="{FF2B5EF4-FFF2-40B4-BE49-F238E27FC236}">
                  <a16:creationId xmlns:a16="http://schemas.microsoft.com/office/drawing/2014/main" id="{12008983-417D-0161-3256-80A38F27A281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847866">
              <a:extLst>
                <a:ext uri="{FF2B5EF4-FFF2-40B4-BE49-F238E27FC236}">
                  <a16:creationId xmlns:a16="http://schemas.microsoft.com/office/drawing/2014/main" id="{7551CB86-A480-8810-E44D-2A724AB0D761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829713">
              <a:extLst>
                <a:ext uri="{FF2B5EF4-FFF2-40B4-BE49-F238E27FC236}">
                  <a16:creationId xmlns:a16="http://schemas.microsoft.com/office/drawing/2014/main" id="{FBB724F8-51BE-3B7B-8449-7D82AC151CC4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947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Arial"/>
                        </a:rPr>
                        <a:t>Planejamento integrado mkt | vendas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Aprimorar o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planejamento integrado e colaborativo entre marketing e vendas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para dimensionar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necessidade de vendas de curto prazo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, desdobrando-a em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planos de geração de leads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planos comerciais de conversão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, com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ambições compartilhadas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entre as áreas.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Leonardo Viali, Luiz Santi e João Azevedo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Vitor Moraes, Juliana Ribas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3F7C0E"/>
                </a:solidFill>
                <a:latin typeface="Arial"/>
              </a:rPr>
              <a:t>1. </a:t>
            </a:r>
            <a:r>
              <a:rPr sz="1050" b="1" i="0" dirty="0" err="1">
                <a:solidFill>
                  <a:srgbClr val="3F7C0E"/>
                </a:solidFill>
                <a:latin typeface="Arial"/>
              </a:rPr>
              <a:t>Planejamento</a:t>
            </a:r>
            <a:r>
              <a:rPr sz="1050" b="1" i="0" dirty="0">
                <a:solidFill>
                  <a:srgbClr val="3F7C0E"/>
                </a:solidFill>
                <a:latin typeface="Arial"/>
              </a:rPr>
              <a:t> </a:t>
            </a:r>
            <a:r>
              <a:rPr sz="1050" b="1" i="0" dirty="0" err="1">
                <a:solidFill>
                  <a:srgbClr val="3F7C0E"/>
                </a:solidFill>
                <a:latin typeface="Arial"/>
              </a:rPr>
              <a:t>integrado</a:t>
            </a:r>
            <a:r>
              <a:rPr sz="1050" b="1" i="0" dirty="0">
                <a:solidFill>
                  <a:srgbClr val="3F7C0E"/>
                </a:solidFill>
                <a:latin typeface="Arial"/>
              </a:rPr>
              <a:t> mkt | </a:t>
            </a:r>
            <a:r>
              <a:rPr sz="1050" b="1" i="0" dirty="0" err="1">
                <a:solidFill>
                  <a:srgbClr val="3F7C0E"/>
                </a:solidFill>
                <a:latin typeface="Arial"/>
              </a:rPr>
              <a:t>vendas</a:t>
            </a:r>
            <a:endParaRPr sz="1050" b="1" i="0" dirty="0">
              <a:solidFill>
                <a:srgbClr val="3F7C0E"/>
              </a:solidFill>
              <a:latin typeface="Arial"/>
            </a:endParaRPr>
          </a:p>
        </p:txBody>
      </p:sp>
      <p:sp>
        <p:nvSpPr>
          <p:cNvPr id="5" name="TextBox 4">
            <a:hlinkClick r:id="rId4" action="ppaction://hlinksldjump"/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979930"/>
          <a:ext cx="11423874" cy="4512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93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1.1.1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Planejamento de vendas de curto prazo melhorado e em execução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 definição da necessidade de vendas por loja, tipo de veículo e mês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Vitor Moraes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ago/26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99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1.2.1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Planejamento de geração de leads melhorado e em execução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ago/26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93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1.3.1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Planejamento de conversão de leads em vendas evoluído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 dimensionamento de capacidade, produtividade e conversão das estruturas de venda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S3 set/26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99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1.4.1 / 1.5.1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Telemetria de geração e conversão de leads aprimorada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Vitor Moraes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S2 out/26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99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1.6.1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Fóruns, governança e rotina recorrente de planejamento mensal integrado implantados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Glauco Zebral + Dico Gomes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S1 set/26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FEACBC0C-F532-AAFB-5D6E-6C2E8401EFE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408391">
              <a:extLst>
                <a:ext uri="{FF2B5EF4-FFF2-40B4-BE49-F238E27FC236}">
                  <a16:creationId xmlns:a16="http://schemas.microsoft.com/office/drawing/2014/main" id="{34E9DA07-DBE5-EB0F-E33B-FF7A23644C39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292371">
              <a:extLst>
                <a:ext uri="{FF2B5EF4-FFF2-40B4-BE49-F238E27FC236}">
                  <a16:creationId xmlns:a16="http://schemas.microsoft.com/office/drawing/2014/main" id="{62BA74BD-B440-1EB4-5566-E94A944972CF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441190">
              <a:extLst>
                <a:ext uri="{FF2B5EF4-FFF2-40B4-BE49-F238E27FC236}">
                  <a16:creationId xmlns:a16="http://schemas.microsoft.com/office/drawing/2014/main" id="{DEC1DC30-CE6F-A43E-2DFE-7E4E709CB100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856389">
              <a:extLst>
                <a:ext uri="{FF2B5EF4-FFF2-40B4-BE49-F238E27FC236}">
                  <a16:creationId xmlns:a16="http://schemas.microsoft.com/office/drawing/2014/main" id="{0DA9B121-CF03-FB45-06FD-ED424B6A98D3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D6428259-6870-431D-EE7A-B25D50C6265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559998">
              <a:extLst>
                <a:ext uri="{FF2B5EF4-FFF2-40B4-BE49-F238E27FC236}">
                  <a16:creationId xmlns:a16="http://schemas.microsoft.com/office/drawing/2014/main" id="{33104E6D-C288-A026-E2C3-2EB6B16FE027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678356">
              <a:extLst>
                <a:ext uri="{FF2B5EF4-FFF2-40B4-BE49-F238E27FC236}">
                  <a16:creationId xmlns:a16="http://schemas.microsoft.com/office/drawing/2014/main" id="{C34A6361-0521-CE94-BC0D-69D0C05D052C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586394">
              <a:extLst>
                <a:ext uri="{FF2B5EF4-FFF2-40B4-BE49-F238E27FC236}">
                  <a16:creationId xmlns:a16="http://schemas.microsoft.com/office/drawing/2014/main" id="{8093C408-82E6-08BD-1B74-EF98AE7431C4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4483">
              <a:extLst>
                <a:ext uri="{FF2B5EF4-FFF2-40B4-BE49-F238E27FC236}">
                  <a16:creationId xmlns:a16="http://schemas.microsoft.com/office/drawing/2014/main" id="{22E3BCDF-CF43-6FB1-C599-39E9ED0383EA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397140"/>
              </p:ext>
            </p:extLst>
          </p:nvPr>
        </p:nvGraphicFramePr>
        <p:xfrm>
          <a:off x="384048" y="274320"/>
          <a:ext cx="11563574" cy="10017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dirty="0" err="1">
                          <a:solidFill>
                            <a:srgbClr val="1A1A1A"/>
                          </a:solidFill>
                          <a:latin typeface="Arial"/>
                        </a:rPr>
                        <a:t>Tratamento</a:t>
                      </a:r>
                      <a:r>
                        <a:rPr sz="1500" b="1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500" b="1" i="0" dirty="0" err="1">
                          <a:solidFill>
                            <a:srgbClr val="1A1A1A"/>
                          </a:solidFill>
                          <a:latin typeface="Arial"/>
                        </a:rPr>
                        <a:t>priorização</a:t>
                      </a:r>
                      <a:r>
                        <a:rPr sz="1500" b="1" i="0" dirty="0">
                          <a:solidFill>
                            <a:srgbClr val="1A1A1A"/>
                          </a:solidFill>
                          <a:latin typeface="Arial"/>
                        </a:rPr>
                        <a:t> e </a:t>
                      </a:r>
                      <a:r>
                        <a:rPr sz="1500" b="1" i="0" dirty="0" err="1">
                          <a:solidFill>
                            <a:srgbClr val="1A1A1A"/>
                          </a:solidFill>
                          <a:latin typeface="Arial"/>
                        </a:rPr>
                        <a:t>alocação</a:t>
                      </a:r>
                      <a:r>
                        <a:rPr sz="1500" b="1" i="0" dirty="0">
                          <a:solidFill>
                            <a:srgbClr val="1A1A1A"/>
                          </a:solidFill>
                          <a:latin typeface="Arial"/>
                        </a:rPr>
                        <a:t> de leads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1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Melhorar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a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experiência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dos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clientes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em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prospecção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, o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entendimento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suas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necessidades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, a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priorização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dos leads com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potencial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e a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alocação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às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estruturas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vendas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com </a:t>
                      </a:r>
                      <a:r>
                        <a:rPr sz="11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chance de </a:t>
                      </a:r>
                      <a:r>
                        <a:rPr sz="11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Jo</a:t>
                      </a:r>
                      <a:r>
                        <a:rPr lang="pt-BR" sz="1000" b="1" i="0" dirty="0" err="1">
                          <a:solidFill>
                            <a:srgbClr val="4A4A4A"/>
                          </a:solidFill>
                          <a:latin typeface="Arial"/>
                        </a:rPr>
                        <a:t>ão</a:t>
                      </a:r>
                      <a:r>
                        <a:rPr lang="pt-BR" sz="1000" b="1" i="0" dirty="0">
                          <a:solidFill>
                            <a:srgbClr val="4A4A4A"/>
                          </a:solidFill>
                          <a:latin typeface="Arial"/>
                        </a:rPr>
                        <a:t> Azevedo</a:t>
                      </a:r>
                      <a:endParaRPr sz="1000" b="0" i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Priscila Martins, </a:t>
                      </a:r>
                      <a:r>
                        <a:rPr lang="en-US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Yure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Cangussu, 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Thais Pimenta, Luma Gomes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r:id="rId4" action="ppaction://hlinksldjump"/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3F7C0E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4A4A4A"/>
                </a:solidFill>
                <a:latin typeface="Arial"/>
              </a:rPr>
              <a:t>6. </a:t>
            </a:r>
            <a:r>
              <a:rPr sz="1050" b="1" i="0" dirty="0" err="1">
                <a:solidFill>
                  <a:srgbClr val="4A4A4A"/>
                </a:solidFill>
                <a:latin typeface="Arial"/>
              </a:rPr>
              <a:t>Geração</a:t>
            </a:r>
            <a:r>
              <a:rPr sz="1050" b="1" i="0" dirty="0">
                <a:solidFill>
                  <a:srgbClr val="4A4A4A"/>
                </a:solidFill>
                <a:latin typeface="Arial"/>
              </a:rPr>
              <a:t>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14057"/>
              </p:ext>
            </p:extLst>
          </p:nvPr>
        </p:nvGraphicFramePr>
        <p:xfrm>
          <a:off x="384048" y="1979930"/>
          <a:ext cx="11423874" cy="45123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 err="1">
                          <a:solidFill>
                            <a:srgbClr val="333333"/>
                          </a:solidFill>
                          <a:latin typeface="Arial"/>
                        </a:rPr>
                        <a:t>Ativos</a:t>
                      </a:r>
                      <a:r>
                        <a:rPr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 de </a:t>
                      </a:r>
                      <a:r>
                        <a:rPr sz="1000" b="1" i="0" dirty="0" err="1">
                          <a:solidFill>
                            <a:srgbClr val="333333"/>
                          </a:solidFill>
                          <a:latin typeface="Arial"/>
                        </a:rPr>
                        <a:t>captação</a:t>
                      </a:r>
                      <a:r>
                        <a:rPr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000" b="1" i="0" dirty="0" err="1">
                          <a:solidFill>
                            <a:srgbClr val="333333"/>
                          </a:solidFill>
                          <a:latin typeface="Arial"/>
                        </a:rPr>
                        <a:t>melhorados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(landing pages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do site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, WhatsApp)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S3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>
                          <a:solidFill>
                            <a:srgbClr val="6B5700"/>
                          </a:solidFill>
                          <a:latin typeface="Arial"/>
                        </a:rPr>
                        <a:t>Em </a:t>
                      </a:r>
                      <a:r>
                        <a:rPr sz="850" b="1" i="0" dirty="0" err="1">
                          <a:solidFill>
                            <a:srgbClr val="6B5700"/>
                          </a:solidFill>
                          <a:latin typeface="Arial"/>
                        </a:rPr>
                        <a:t>progresso</a:t>
                      </a:r>
                      <a:endParaRPr sz="850" b="1" i="0" dirty="0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Informações capturadas no site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(ex.: localização por IP)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integradas e disponíveis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para todos os canais de atendimento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Não</a:t>
                      </a:r>
                      <a:r>
                        <a:rPr sz="850" b="1" i="0" dirty="0">
                          <a:solidFill>
                            <a:srgbClr val="A30000"/>
                          </a:solidFill>
                          <a:latin typeface="Arial"/>
                        </a:rPr>
                        <a:t> </a:t>
                      </a:r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iniciado</a:t>
                      </a:r>
                      <a:endParaRPr sz="850" b="1" i="0" dirty="0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Lead score evoluído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com novas variáveis (score B3 de propensão a financiamento, renda presumida etc.)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S3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Não</a:t>
                      </a:r>
                      <a:r>
                        <a:rPr sz="850" b="1" i="0" dirty="0">
                          <a:solidFill>
                            <a:srgbClr val="A30000"/>
                          </a:solidFill>
                          <a:latin typeface="Arial"/>
                        </a:rPr>
                        <a:t> </a:t>
                      </a:r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iniciado</a:t>
                      </a:r>
                      <a:endParaRPr sz="850" b="1" i="0" dirty="0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Novo modelo de alocação em lojas desenhado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S1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>
                          <a:solidFill>
                            <a:srgbClr val="6B5700"/>
                          </a:solidFill>
                          <a:latin typeface="Arial"/>
                        </a:rPr>
                        <a:t>Em </a:t>
                      </a:r>
                      <a:r>
                        <a:rPr sz="850" b="1" i="0" dirty="0" err="1">
                          <a:solidFill>
                            <a:srgbClr val="6B5700"/>
                          </a:solidFill>
                          <a:latin typeface="Arial"/>
                        </a:rPr>
                        <a:t>progresso</a:t>
                      </a:r>
                      <a:endParaRPr sz="850" b="1" i="0" dirty="0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2.4.2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Piloto com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nova lógica de roteamento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lançado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S2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146A3D"/>
                          </a:solidFill>
                          <a:latin typeface="Arial"/>
                        </a:rPr>
                        <a:t>Concluído</a:t>
                      </a:r>
                      <a:endParaRPr sz="850" b="1" i="0" dirty="0">
                        <a:solidFill>
                          <a:srgbClr val="146A3D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6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2.4.3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Novo modelo de alocação de leads em lojas escalado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para todas as lojas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S2 </a:t>
                      </a:r>
                      <a:r>
                        <a:rPr sz="10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nov</a:t>
                      </a:r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Não</a:t>
                      </a:r>
                      <a:r>
                        <a:rPr sz="850" b="1" i="0" dirty="0">
                          <a:solidFill>
                            <a:srgbClr val="A30000"/>
                          </a:solidFill>
                          <a:latin typeface="Arial"/>
                        </a:rPr>
                        <a:t> </a:t>
                      </a:r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iniciado</a:t>
                      </a:r>
                      <a:endParaRPr sz="850" b="1" i="0" dirty="0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2.4.4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Piloto de alocação total dos leads na Liza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 transbordo para a Central, lançado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2.4.5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Modelo de clusterização revisado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com base nas distâncias entre lojas e leads alocados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S2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6F5E-470F-6D57-3071-46BEF60E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8D5717CA-AE85-9CFE-AE1D-3E3EDB11158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408391">
              <a:extLst>
                <a:ext uri="{FF2B5EF4-FFF2-40B4-BE49-F238E27FC236}">
                  <a16:creationId xmlns:a16="http://schemas.microsoft.com/office/drawing/2014/main" id="{982C45F7-485D-52AE-9757-929FB714DDC9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292371">
              <a:extLst>
                <a:ext uri="{FF2B5EF4-FFF2-40B4-BE49-F238E27FC236}">
                  <a16:creationId xmlns:a16="http://schemas.microsoft.com/office/drawing/2014/main" id="{FC9FD1D7-C155-67F6-CA8C-ECE0B74C46E5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441190">
              <a:extLst>
                <a:ext uri="{FF2B5EF4-FFF2-40B4-BE49-F238E27FC236}">
                  <a16:creationId xmlns:a16="http://schemas.microsoft.com/office/drawing/2014/main" id="{49380049-8DA9-5A90-72A4-E00F6172A0C4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856389">
              <a:extLst>
                <a:ext uri="{FF2B5EF4-FFF2-40B4-BE49-F238E27FC236}">
                  <a16:creationId xmlns:a16="http://schemas.microsoft.com/office/drawing/2014/main" id="{362CB163-46D5-5C05-4BCB-7744510859CA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A49DBF17-2039-A63C-90C0-C547AAD94BD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559998">
              <a:extLst>
                <a:ext uri="{FF2B5EF4-FFF2-40B4-BE49-F238E27FC236}">
                  <a16:creationId xmlns:a16="http://schemas.microsoft.com/office/drawing/2014/main" id="{63878744-E532-981D-FDB1-1F6A3C4BCCA6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678356">
              <a:extLst>
                <a:ext uri="{FF2B5EF4-FFF2-40B4-BE49-F238E27FC236}">
                  <a16:creationId xmlns:a16="http://schemas.microsoft.com/office/drawing/2014/main" id="{B52FF76A-4C27-F721-7768-8F0ABBD3FD5E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586394">
              <a:extLst>
                <a:ext uri="{FF2B5EF4-FFF2-40B4-BE49-F238E27FC236}">
                  <a16:creationId xmlns:a16="http://schemas.microsoft.com/office/drawing/2014/main" id="{2EDE77B6-FF03-3861-A93A-5CABAA25FB14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204483">
              <a:extLst>
                <a:ext uri="{FF2B5EF4-FFF2-40B4-BE49-F238E27FC236}">
                  <a16:creationId xmlns:a16="http://schemas.microsoft.com/office/drawing/2014/main" id="{67AC6F39-5B31-8428-7332-C2D3EF307E53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8F210D-994E-CBA5-840B-ECC2301A2DFD}"/>
              </a:ext>
            </a:extLst>
          </p:cNvPr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E1001F-4EC0-9875-AD6F-28002DB4083E}"/>
              </a:ext>
            </a:extLst>
          </p:cNvPr>
          <p:cNvGraphicFramePr>
            <a:graphicFrameLocks noGrp="1"/>
          </p:cNvGraphicFramePr>
          <p:nvPr/>
        </p:nvGraphicFramePr>
        <p:xfrm>
          <a:off x="384048" y="274320"/>
          <a:ext cx="11563574" cy="10017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dirty="0" err="1">
                          <a:solidFill>
                            <a:srgbClr val="1A1A1A"/>
                          </a:solidFill>
                          <a:latin typeface="Arial"/>
                        </a:rPr>
                        <a:t>Tratamento</a:t>
                      </a:r>
                      <a:r>
                        <a:rPr sz="1500" b="1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500" b="1" i="0" dirty="0" err="1">
                          <a:solidFill>
                            <a:srgbClr val="1A1A1A"/>
                          </a:solidFill>
                          <a:latin typeface="Arial"/>
                        </a:rPr>
                        <a:t>priorização</a:t>
                      </a:r>
                      <a:r>
                        <a:rPr sz="1500" b="1" i="0" dirty="0">
                          <a:solidFill>
                            <a:srgbClr val="1A1A1A"/>
                          </a:solidFill>
                          <a:latin typeface="Arial"/>
                        </a:rPr>
                        <a:t> e </a:t>
                      </a:r>
                      <a:r>
                        <a:rPr sz="1500" b="1" i="0" dirty="0" err="1">
                          <a:solidFill>
                            <a:srgbClr val="1A1A1A"/>
                          </a:solidFill>
                          <a:latin typeface="Arial"/>
                        </a:rPr>
                        <a:t>alocação</a:t>
                      </a:r>
                      <a:r>
                        <a:rPr sz="1500" b="1" i="0" dirty="0">
                          <a:solidFill>
                            <a:srgbClr val="1A1A1A"/>
                          </a:solidFill>
                          <a:latin typeface="Arial"/>
                        </a:rPr>
                        <a:t> de leads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1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Melhorar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a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experiência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dos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clientes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em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prospecção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, o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entendimento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suas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necessidades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, a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priorização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dos leads com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potencial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e a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alocação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às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estruturas</a:t>
                      </a:r>
                      <a:r>
                        <a:rPr sz="1100" b="1" i="0" dirty="0">
                          <a:solidFill>
                            <a:srgbClr val="6B6B6B"/>
                          </a:solidFill>
                          <a:latin typeface="Arial"/>
                        </a:rPr>
                        <a:t> de </a:t>
                      </a:r>
                      <a:r>
                        <a:rPr sz="1100" b="1" i="0" dirty="0" err="1">
                          <a:solidFill>
                            <a:srgbClr val="6B6B6B"/>
                          </a:solidFill>
                          <a:latin typeface="Arial"/>
                        </a:rPr>
                        <a:t>vendas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com </a:t>
                      </a:r>
                      <a:r>
                        <a:rPr sz="11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maior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 chance de </a:t>
                      </a:r>
                      <a:r>
                        <a:rPr sz="11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conversão</a:t>
                      </a:r>
                      <a:r>
                        <a:rPr sz="1100" b="0" i="0" dirty="0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Jo</a:t>
                      </a:r>
                      <a:r>
                        <a:rPr lang="pt-BR" sz="1000" b="1" i="0" dirty="0" err="1">
                          <a:solidFill>
                            <a:srgbClr val="4A4A4A"/>
                          </a:solidFill>
                          <a:latin typeface="Arial"/>
                        </a:rPr>
                        <a:t>ão</a:t>
                      </a:r>
                      <a:r>
                        <a:rPr lang="pt-BR" sz="1000" b="1" i="0" dirty="0">
                          <a:solidFill>
                            <a:srgbClr val="4A4A4A"/>
                          </a:solidFill>
                          <a:latin typeface="Arial"/>
                        </a:rPr>
                        <a:t> Azevedo</a:t>
                      </a:r>
                      <a:endParaRPr sz="1000" b="0" i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 dirty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Priscila Martins, </a:t>
                      </a:r>
                      <a:r>
                        <a:rPr lang="en-US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Yure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Cangussu, 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Thais Pimenta, Luma Gomes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  <a:extLst>
              <a:ext uri="{FF2B5EF4-FFF2-40B4-BE49-F238E27FC236}">
                <a16:creationId xmlns:a16="http://schemas.microsoft.com/office/drawing/2014/main" id="{51868176-F603-55A6-EB97-FCEFF163FB14}"/>
              </a:ext>
            </a:extLst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2F20E807-772A-9DF1-C1BF-ADE2BD50BF37}"/>
              </a:ext>
            </a:extLst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3F7C0E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  <a:extLst>
              <a:ext uri="{FF2B5EF4-FFF2-40B4-BE49-F238E27FC236}">
                <a16:creationId xmlns:a16="http://schemas.microsoft.com/office/drawing/2014/main" id="{4FD6187F-2E08-EBB6-2E2A-7247EDC7229B}"/>
              </a:ext>
            </a:extLst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  <a:extLst>
              <a:ext uri="{FF2B5EF4-FFF2-40B4-BE49-F238E27FC236}">
                <a16:creationId xmlns:a16="http://schemas.microsoft.com/office/drawing/2014/main" id="{7D1F48D0-92FA-4F1A-0822-931C34B1FF5F}"/>
              </a:ext>
            </a:extLst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  <a:extLst>
              <a:ext uri="{FF2B5EF4-FFF2-40B4-BE49-F238E27FC236}">
                <a16:creationId xmlns:a16="http://schemas.microsoft.com/office/drawing/2014/main" id="{18DDFD91-11B6-974B-511C-0DE1BA97950B}"/>
              </a:ext>
            </a:extLst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  <a:extLst>
              <a:ext uri="{FF2B5EF4-FFF2-40B4-BE49-F238E27FC236}">
                <a16:creationId xmlns:a16="http://schemas.microsoft.com/office/drawing/2014/main" id="{FBCD8C2D-1760-389F-DF56-90AE2DBDCCD9}"/>
              </a:ext>
            </a:extLst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4A4A4A"/>
                </a:solidFill>
                <a:latin typeface="Arial"/>
              </a:rPr>
              <a:t>6. </a:t>
            </a:r>
            <a:r>
              <a:rPr sz="1050" b="1" i="0" dirty="0" err="1">
                <a:solidFill>
                  <a:srgbClr val="4A4A4A"/>
                </a:solidFill>
                <a:latin typeface="Arial"/>
              </a:rPr>
              <a:t>Geração</a:t>
            </a:r>
            <a:r>
              <a:rPr sz="1050" b="1" i="0" dirty="0">
                <a:solidFill>
                  <a:srgbClr val="4A4A4A"/>
                </a:solidFill>
                <a:latin typeface="Arial"/>
              </a:rPr>
              <a:t> de leads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2E762-0E73-504E-89B1-CA9AC4738739}"/>
              </a:ext>
            </a:extLst>
          </p:cNvPr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80DF4F-57E1-DCEC-6D04-B26C30141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59893"/>
              </p:ext>
            </p:extLst>
          </p:nvPr>
        </p:nvGraphicFramePr>
        <p:xfrm>
          <a:off x="384048" y="1979930"/>
          <a:ext cx="11423874" cy="45123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333333"/>
                          </a:solidFill>
                          <a:latin typeface="Arial"/>
                        </a:rPr>
                        <a:t>Coleta de </a:t>
                      </a:r>
                      <a:r>
                        <a:rPr lang="en-US" sz="1000" b="1" i="0" dirty="0" err="1">
                          <a:solidFill>
                            <a:srgbClr val="333333"/>
                          </a:solidFill>
                          <a:latin typeface="Arial"/>
                        </a:rPr>
                        <a:t>informa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(landing pages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 do site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, </a:t>
                      </a:r>
                      <a:r>
                        <a:rPr lang="en-US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facebook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, </a:t>
                      </a:r>
                      <a:r>
                        <a:rPr lang="en-US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whatsapp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, </a:t>
                      </a:r>
                      <a:r>
                        <a:rPr lang="en-US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classificados</a:t>
                      </a: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, </a:t>
                      </a:r>
                      <a:r>
                        <a:rPr lang="en-US" sz="1000" b="0" i="0" dirty="0" err="1">
                          <a:solidFill>
                            <a:srgbClr val="333333"/>
                          </a:solidFill>
                          <a:latin typeface="Arial"/>
                        </a:rPr>
                        <a:t>etc</a:t>
                      </a:r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S3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>
                          <a:solidFill>
                            <a:srgbClr val="6B5700"/>
                          </a:solidFill>
                          <a:latin typeface="Arial"/>
                        </a:rPr>
                        <a:t>Em </a:t>
                      </a:r>
                      <a:r>
                        <a:rPr sz="850" b="1" i="0" dirty="0" err="1">
                          <a:solidFill>
                            <a:srgbClr val="6B5700"/>
                          </a:solidFill>
                          <a:latin typeface="Arial"/>
                        </a:rPr>
                        <a:t>progresso</a:t>
                      </a:r>
                      <a:endParaRPr sz="850" b="1" i="0" dirty="0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Informações capturadas no site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(ex.: localização por IP)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integradas e disponíveis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para todos os canais de atendimento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Não</a:t>
                      </a:r>
                      <a:r>
                        <a:rPr sz="850" b="1" i="0" dirty="0">
                          <a:solidFill>
                            <a:srgbClr val="A30000"/>
                          </a:solidFill>
                          <a:latin typeface="Arial"/>
                        </a:rPr>
                        <a:t> </a:t>
                      </a:r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iniciado</a:t>
                      </a:r>
                      <a:endParaRPr sz="850" b="1" i="0" dirty="0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Lead score evoluído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com novas variáveis (score B3 de propensão a financiamento, renda presumida etc.)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S3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Não</a:t>
                      </a:r>
                      <a:r>
                        <a:rPr sz="850" b="1" i="0" dirty="0">
                          <a:solidFill>
                            <a:srgbClr val="A30000"/>
                          </a:solidFill>
                          <a:latin typeface="Arial"/>
                        </a:rPr>
                        <a:t> </a:t>
                      </a:r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iniciado</a:t>
                      </a:r>
                      <a:endParaRPr sz="850" b="1" i="0" dirty="0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Novo modelo de alocação em lojas desenhado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S1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>
                          <a:solidFill>
                            <a:srgbClr val="6B5700"/>
                          </a:solidFill>
                          <a:latin typeface="Arial"/>
                        </a:rPr>
                        <a:t>Em </a:t>
                      </a:r>
                      <a:r>
                        <a:rPr sz="850" b="1" i="0" dirty="0" err="1">
                          <a:solidFill>
                            <a:srgbClr val="6B5700"/>
                          </a:solidFill>
                          <a:latin typeface="Arial"/>
                        </a:rPr>
                        <a:t>progresso</a:t>
                      </a:r>
                      <a:endParaRPr sz="850" b="1" i="0" dirty="0">
                        <a:solidFill>
                          <a:srgbClr val="6B57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2.4.2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Piloto com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nova lógica de roteamento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lançado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0" i="0" dirty="0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S2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146A3D"/>
                          </a:solidFill>
                          <a:latin typeface="Arial"/>
                        </a:rPr>
                        <a:t>Concluído</a:t>
                      </a:r>
                      <a:endParaRPr sz="850" b="1" i="0" dirty="0">
                        <a:solidFill>
                          <a:srgbClr val="146A3D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6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2.4.3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Novo modelo de alocação de leads em lojas escalado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para todas as lojas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S2 </a:t>
                      </a:r>
                      <a:r>
                        <a:rPr sz="1000" b="0" i="0" dirty="0" err="1">
                          <a:solidFill>
                            <a:srgbClr val="6B6B6B"/>
                          </a:solidFill>
                          <a:latin typeface="Arial"/>
                        </a:rPr>
                        <a:t>nov</a:t>
                      </a:r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Não</a:t>
                      </a:r>
                      <a:r>
                        <a:rPr sz="850" b="1" i="0" dirty="0">
                          <a:solidFill>
                            <a:srgbClr val="A30000"/>
                          </a:solidFill>
                          <a:latin typeface="Arial"/>
                        </a:rPr>
                        <a:t> </a:t>
                      </a:r>
                      <a:r>
                        <a:rPr sz="850" b="1" i="0" dirty="0" err="1">
                          <a:solidFill>
                            <a:srgbClr val="A30000"/>
                          </a:solidFill>
                          <a:latin typeface="Arial"/>
                        </a:rPr>
                        <a:t>iniciado</a:t>
                      </a:r>
                      <a:endParaRPr sz="850" b="1" i="0" dirty="0">
                        <a:solidFill>
                          <a:srgbClr val="A30000"/>
                        </a:solidFill>
                        <a:latin typeface="Arial"/>
                      </a:endParaRP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2.4.4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Piloto de alocação total dos leads na Liza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 transbordo para a Central, lançado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Luma Gomes e Yure Cangussu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2.4.5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Modelo de clusterização revisado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com base nas distâncias entre lojas e leads alocados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6B6B6B"/>
                          </a:solidFill>
                          <a:latin typeface="Arial"/>
                        </a:rPr>
                        <a:t>S2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5A3F3EED-796A-B521-7CC3-D2A486DCA4CD}"/>
              </a:ext>
            </a:extLst>
          </p:cNvPr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D0655-809D-0628-63A5-CA089EE329E7}"/>
              </a:ext>
            </a:extLst>
          </p:cNvPr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4BBDD231-6953-DD78-787C-2ED851F73F8E}"/>
              </a:ext>
            </a:extLst>
          </p:cNvPr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9497AC-F4D6-A84E-D5D4-9A0135377B04}"/>
              </a:ext>
            </a:extLst>
          </p:cNvPr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34D185-9FEC-5E53-7CAB-FEEA2D077377}"/>
              </a:ext>
            </a:extLst>
          </p:cNvPr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987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DF3C-F451-A3D0-1F07-B23EB940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btfpColumnIndicatorGroup2">
            <a:extLst>
              <a:ext uri="{FF2B5EF4-FFF2-40B4-BE49-F238E27FC236}">
                <a16:creationId xmlns:a16="http://schemas.microsoft.com/office/drawing/2014/main" id="{46F745BD-419C-1D22-F139-1960FC09252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1" name="btfpColumnGapBlocker915501">
              <a:extLst>
                <a:ext uri="{FF2B5EF4-FFF2-40B4-BE49-F238E27FC236}">
                  <a16:creationId xmlns:a16="http://schemas.microsoft.com/office/drawing/2014/main" id="{B4E25AF2-F5DD-666A-C5B9-DF3CB5433011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55" name="btfpColumnGapBlocker752740">
              <a:extLst>
                <a:ext uri="{FF2B5EF4-FFF2-40B4-BE49-F238E27FC236}">
                  <a16:creationId xmlns:a16="http://schemas.microsoft.com/office/drawing/2014/main" id="{8E8C4C46-73FE-74D2-4552-BD70C9FBFE1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357908">
              <a:extLst>
                <a:ext uri="{FF2B5EF4-FFF2-40B4-BE49-F238E27FC236}">
                  <a16:creationId xmlns:a16="http://schemas.microsoft.com/office/drawing/2014/main" id="{33D387DA-7FC0-8FC3-78C9-333D82C0A17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962113">
              <a:extLst>
                <a:ext uri="{FF2B5EF4-FFF2-40B4-BE49-F238E27FC236}">
                  <a16:creationId xmlns:a16="http://schemas.microsoft.com/office/drawing/2014/main" id="{49A071D9-C9A8-DD4F-B433-CEF5D3445233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btfpColumnIndicatorGroup1">
            <a:extLst>
              <a:ext uri="{FF2B5EF4-FFF2-40B4-BE49-F238E27FC236}">
                <a16:creationId xmlns:a16="http://schemas.microsoft.com/office/drawing/2014/main" id="{44444CE5-9CC3-83E4-05D9-8516F761597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0" name="btfpColumnGapBlocker958406">
              <a:extLst>
                <a:ext uri="{FF2B5EF4-FFF2-40B4-BE49-F238E27FC236}">
                  <a16:creationId xmlns:a16="http://schemas.microsoft.com/office/drawing/2014/main" id="{E9E47E03-F883-85FC-8BFE-C60CEC0016F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54" name="btfpColumnGapBlocker451243">
              <a:extLst>
                <a:ext uri="{FF2B5EF4-FFF2-40B4-BE49-F238E27FC236}">
                  <a16:creationId xmlns:a16="http://schemas.microsoft.com/office/drawing/2014/main" id="{8DFD336A-AD1B-526A-2F0C-32E950165E2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pt-BR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360645">
              <a:extLst>
                <a:ext uri="{FF2B5EF4-FFF2-40B4-BE49-F238E27FC236}">
                  <a16:creationId xmlns:a16="http://schemas.microsoft.com/office/drawing/2014/main" id="{22E2F81F-E51E-39C5-B2F8-85579B6F877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764158">
              <a:extLst>
                <a:ext uri="{FF2B5EF4-FFF2-40B4-BE49-F238E27FC236}">
                  <a16:creationId xmlns:a16="http://schemas.microsoft.com/office/drawing/2014/main" id="{913D5D83-EEDF-7CD5-3486-C5B717B51BA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BDA6AA97-F0DA-8FDF-31A0-4C3FA3C1AB63}"/>
              </a:ext>
            </a:extLst>
          </p:cNvPr>
          <p:cNvGraphicFramePr>
            <a:graphicFrameLocks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84" imgH="486" progId="TCLayout.ActiveDocument.1">
                  <p:embed/>
                </p:oleObj>
              </mc:Choice>
              <mc:Fallback>
                <p:oleObj name="think-cell Slide" r:id="rId6" imgW="484" imgH="48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A6AA97-F0DA-8FDF-31A0-4C3FA3C1A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9E5083-6131-2478-F365-939A6C92D4AC}"/>
              </a:ext>
            </a:extLst>
          </p:cNvPr>
          <p:cNvCxnSpPr/>
          <p:nvPr/>
        </p:nvCxnSpPr>
        <p:spPr bwMode="gray">
          <a:xfrm>
            <a:off x="5675106" y="1574856"/>
            <a:ext cx="0" cy="5020263"/>
          </a:xfrm>
          <a:prstGeom prst="line">
            <a:avLst/>
          </a:prstGeom>
          <a:ln w="19050" cap="flat" cmpd="sng" algn="ctr">
            <a:solidFill>
              <a:srgbClr val="CC0000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676DBFC-C8AC-46AC-F94E-90990549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56" y="67343"/>
            <a:ext cx="11522075" cy="876687"/>
          </a:xfrm>
        </p:spPr>
        <p:txBody>
          <a:bodyPr vert="horz" rIns="36000"/>
          <a:lstStyle/>
          <a:p>
            <a:r>
              <a:rPr lang="pt-BR" b="1" noProof="0"/>
              <a:t>Qualificação e alocação de leads: </a:t>
            </a:r>
            <a:r>
              <a:rPr lang="pt-BR" noProof="0"/>
              <a:t>plano considera ter</a:t>
            </a:r>
            <a:r>
              <a:rPr lang="pt-BR"/>
              <a:t> versão 1.0 do modelo em 100 lojas no dia 11/09 com site e canais Meta coletando as informações mínimas</a:t>
            </a:r>
            <a:endParaRPr lang="pt-BR" noProof="0"/>
          </a:p>
        </p:txBody>
      </p:sp>
      <p:graphicFrame>
        <p:nvGraphicFramePr>
          <p:cNvPr id="8" name="btfpTable869906">
            <a:extLst>
              <a:ext uri="{FF2B5EF4-FFF2-40B4-BE49-F238E27FC236}">
                <a16:creationId xmlns:a16="http://schemas.microsoft.com/office/drawing/2014/main" id="{0D17B417-5BAA-67AE-5C0D-BACFEF181733}"/>
              </a:ext>
            </a:extLst>
          </p:cNvPr>
          <p:cNvGraphicFramePr>
            <a:graphicFrameLocks noGrp="1"/>
          </p:cNvGraphicFramePr>
          <p:nvPr/>
        </p:nvGraphicFramePr>
        <p:xfrm>
          <a:off x="129588" y="1273922"/>
          <a:ext cx="11661260" cy="5362802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42">
                  <a:extLst>
                    <a:ext uri="{9D8B030D-6E8A-4147-A177-3AD203B41FA5}">
                      <a16:colId xmlns:a16="http://schemas.microsoft.com/office/drawing/2014/main" val="20100"/>
                    </a:ext>
                  </a:extLst>
                </a:gridCol>
                <a:gridCol w="709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627877904"/>
                    </a:ext>
                  </a:extLst>
                </a:gridCol>
              </a:tblGrid>
              <a:tr h="124633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Subfrente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Valor gerado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Resp.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Agosto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Setembro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Outubro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noProof="0">
                          <a:solidFill>
                            <a:srgbClr val="FFFFFF"/>
                          </a:solidFill>
                          <a:latin typeface="Arial"/>
                        </a:rPr>
                        <a:t>Novembro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1" noProof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15"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5875" marR="15875" marT="6350" marB="6350" anchor="ctr">
                    <a:lnL w="952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5875" marR="15875" marT="6350" marB="6350" anchor="ctr">
                    <a:lnL w="3175" cap="flat">
                      <a:solidFill>
                        <a:srgbClr val="BFBFBF"/>
                      </a:solidFill>
                    </a:lnL>
                    <a:lnR w="3175" cap="flat">
                      <a:solidFill>
                        <a:srgbClr val="BFBFBF"/>
                      </a:solidFill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>
                      <a:solidFill>
                        <a:srgbClr val="BFBFBF"/>
                      </a:solidFill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noProof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>
                      <a:solidFill>
                        <a:srgbClr val="BFBFBF"/>
                      </a:solidFill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1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40404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noProof="0">
                        <a:solidFill>
                          <a:srgbClr val="7891AA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noProof="0">
                        <a:solidFill>
                          <a:srgbClr val="B4B4B4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279680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noProof="0">
                          <a:solidFill>
                            <a:srgbClr val="000000"/>
                          </a:solidFill>
                          <a:latin typeface="Arial"/>
                        </a:rPr>
                        <a:t>Qualificação de leads</a:t>
                      </a:r>
                      <a:br>
                        <a:rPr lang="pt-BR" sz="1000" b="1" noProof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pt-BR" sz="900" b="0" i="1" noProof="0">
                          <a:solidFill>
                            <a:srgbClr val="000000"/>
                          </a:solidFill>
                          <a:latin typeface="Arial"/>
                        </a:rPr>
                        <a:t>(coleta de informações melhores e mais completas)</a:t>
                      </a:r>
                      <a:endParaRPr lang="pt-BR" sz="1000" b="0" i="1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B1C7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noProof="0">
                          <a:solidFill>
                            <a:srgbClr val="000000"/>
                          </a:solidFill>
                          <a:latin typeface="Arial"/>
                        </a:rPr>
                        <a:t>R$ 30 – 90 mm</a:t>
                      </a: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noProof="0">
                          <a:solidFill>
                            <a:srgbClr val="404040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noProof="0">
                        <a:solidFill>
                          <a:srgbClr val="7891AA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noProof="0">
                        <a:solidFill>
                          <a:srgbClr val="B4B4B4"/>
                        </a:solidFill>
                        <a:latin typeface="+mn-lt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440">
                <a:tc rowSpan="2"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noProof="0">
                          <a:solidFill>
                            <a:srgbClr val="000000"/>
                          </a:solidFill>
                          <a:latin typeface="Arial"/>
                        </a:rPr>
                        <a:t>Alocação de leads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D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 b="0" noProof="0">
                          <a:solidFill>
                            <a:srgbClr val="404040"/>
                          </a:solidFill>
                          <a:latin typeface="Arial"/>
                        </a:rPr>
                        <a:t>L. Gomes e</a:t>
                      </a:r>
                    </a:p>
                    <a:p>
                      <a:pPr marL="0" marR="0" indent="0" algn="ctr">
                        <a:lnSpc>
                          <a:spcPts val="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 b="0" noProof="0">
                          <a:solidFill>
                            <a:srgbClr val="404040"/>
                          </a:solidFill>
                          <a:latin typeface="Arial"/>
                        </a:rPr>
                        <a:t>Y. Cangussu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kern="1200" noProof="0">
                        <a:solidFill>
                          <a:srgbClr val="92D05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noProof="0">
                        <a:solidFill>
                          <a:srgbClr val="92D05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i="1" noProof="0">
                        <a:solidFill>
                          <a:srgbClr val="40404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0">
                <a:tc vMerge="1">
                  <a:txBody>
                    <a:bodyPr/>
                    <a:lstStyle/>
                    <a:p>
                      <a:pPr marL="0" marR="0" indent="0" algn="l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1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E2C8D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ts val="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7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50" marR="6350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noProof="0">
                          <a:solidFill>
                            <a:srgbClr val="404040"/>
                          </a:solidFill>
                          <a:latin typeface="Arial"/>
                        </a:rPr>
                        <a:t>Yure Cangussu + João Azevedo</a:t>
                      </a: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kern="1200" noProof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b="0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 dirty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i="1" noProof="0">
                        <a:solidFill>
                          <a:srgbClr val="404040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>
                        <a:solidFill>
                          <a:srgbClr val="B4B4B4"/>
                        </a:solidFill>
                        <a:latin typeface="Arial"/>
                      </a:endParaRPr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800" noProof="0" dirty="0"/>
                    </a:p>
                  </a:txBody>
                  <a:tcPr marL="15875" marR="15875" marT="6350" marB="635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460702"/>
                  </a:ext>
                </a:extLst>
              </a:tr>
            </a:tbl>
          </a:graphicData>
        </a:graphic>
      </p:graphicFrame>
      <p:grpSp>
        <p:nvGrpSpPr>
          <p:cNvPr id="67" name="btfpRunningAgenda2Level322704">
            <a:extLst>
              <a:ext uri="{FF2B5EF4-FFF2-40B4-BE49-F238E27FC236}">
                <a16:creationId xmlns:a16="http://schemas.microsoft.com/office/drawing/2014/main" id="{8EF570B2-91B2-A523-302F-263BA449F61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928739"/>
            <a:ext cx="5612402" cy="257443"/>
            <a:chOff x="0" y="914400"/>
            <a:chExt cx="5612402" cy="257443"/>
          </a:xfrm>
        </p:grpSpPr>
        <p:sp>
          <p:nvSpPr>
            <p:cNvPr id="64" name="btfpRunningAgenda2LevelBarLeft322704">
              <a:extLst>
                <a:ext uri="{FF2B5EF4-FFF2-40B4-BE49-F238E27FC236}">
                  <a16:creationId xmlns:a16="http://schemas.microsoft.com/office/drawing/2014/main" id="{1F900D00-CA63-EBF7-99FF-1410ECDCDC33}"/>
                </a:ext>
              </a:extLst>
            </p:cNvPr>
            <p:cNvSpPr/>
            <p:nvPr/>
          </p:nvSpPr>
          <p:spPr bwMode="gray">
            <a:xfrm>
              <a:off x="0" y="914400"/>
              <a:ext cx="2762644" cy="257443"/>
            </a:xfrm>
            <a:custGeom>
              <a:avLst/>
              <a:gdLst/>
              <a:ahLst/>
              <a:cxnLst/>
              <a:rect l="0" t="0" r="0" b="0"/>
              <a:pathLst>
                <a:path w="2762644" h="257443">
                  <a:moveTo>
                    <a:pt x="0" y="0"/>
                  </a:moveTo>
                  <a:lnTo>
                    <a:pt x="2762643" y="0"/>
                  </a:lnTo>
                  <a:lnTo>
                    <a:pt x="2707922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btfpRunningAgenda2LevelTextLeft322704">
              <a:extLst>
                <a:ext uri="{FF2B5EF4-FFF2-40B4-BE49-F238E27FC236}">
                  <a16:creationId xmlns:a16="http://schemas.microsoft.com/office/drawing/2014/main" id="{5C2F0064-B9B0-6454-B321-C68B18A8D5D7}"/>
                </a:ext>
              </a:extLst>
            </p:cNvPr>
            <p:cNvSpPr txBox="1"/>
            <p:nvPr/>
          </p:nvSpPr>
          <p:spPr bwMode="gray">
            <a:xfrm>
              <a:off x="0" y="914400"/>
              <a:ext cx="2707922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Lead to sales</a:t>
              </a:r>
              <a:endParaRPr kumimoji="0" lang="pt-BR" sz="1200" b="1" i="0" u="none" strike="noStrike" kern="1200" cap="all" spc="4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btfpRunningAgenda2LevelBarRight322704">
              <a:extLst>
                <a:ext uri="{FF2B5EF4-FFF2-40B4-BE49-F238E27FC236}">
                  <a16:creationId xmlns:a16="http://schemas.microsoft.com/office/drawing/2014/main" id="{089E6791-F174-232C-564D-DB873D0621E0}"/>
                </a:ext>
              </a:extLst>
            </p:cNvPr>
            <p:cNvSpPr/>
            <p:nvPr/>
          </p:nvSpPr>
          <p:spPr bwMode="gray">
            <a:xfrm>
              <a:off x="2627801" y="914400"/>
              <a:ext cx="2882419" cy="257442"/>
            </a:xfrm>
            <a:custGeom>
              <a:avLst/>
              <a:gdLst>
                <a:gd name="connsiteX0" fmla="*/ 942786 w 2367856"/>
                <a:gd name="connsiteY0" fmla="*/ 0 h 257442"/>
                <a:gd name="connsiteX1" fmla="*/ 2367856 w 2367856"/>
                <a:gd name="connsiteY1" fmla="*/ 0 h 257442"/>
                <a:gd name="connsiteX2" fmla="*/ 2313135 w 2367856"/>
                <a:gd name="connsiteY2" fmla="*/ 257442 h 257442"/>
                <a:gd name="connsiteX3" fmla="*/ 0 w 2367856"/>
                <a:gd name="connsiteY3" fmla="*/ 257442 h 257442"/>
                <a:gd name="connsiteX0" fmla="*/ 942786 w 2313135"/>
                <a:gd name="connsiteY0" fmla="*/ 0 h 257442"/>
                <a:gd name="connsiteX1" fmla="*/ 888065 w 2313135"/>
                <a:gd name="connsiteY1" fmla="*/ 257442 h 257442"/>
                <a:gd name="connsiteX2" fmla="*/ 2313135 w 2313135"/>
                <a:gd name="connsiteY2" fmla="*/ 257442 h 257442"/>
                <a:gd name="connsiteX3" fmla="*/ 0 w 2313135"/>
                <a:gd name="connsiteY3" fmla="*/ 257442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1 w 942786"/>
                <a:gd name="connsiteY2" fmla="*/ 257442 h 257442"/>
                <a:gd name="connsiteX3" fmla="*/ 0 w 942786"/>
                <a:gd name="connsiteY3" fmla="*/ 257442 h 257442"/>
                <a:gd name="connsiteX0" fmla="*/ 942785 w 942785"/>
                <a:gd name="connsiteY0" fmla="*/ 0 h 257442"/>
                <a:gd name="connsiteX1" fmla="*/ 888064 w 942785"/>
                <a:gd name="connsiteY1" fmla="*/ 257442 h 257442"/>
                <a:gd name="connsiteX2" fmla="*/ 0 w 942785"/>
                <a:gd name="connsiteY2" fmla="*/ 257442 h 257442"/>
                <a:gd name="connsiteX3" fmla="*/ 54721 w 942785"/>
                <a:gd name="connsiteY3" fmla="*/ 0 h 257442"/>
                <a:gd name="connsiteX0" fmla="*/ 1204076 w 1204076"/>
                <a:gd name="connsiteY0" fmla="*/ 0 h 257442"/>
                <a:gd name="connsiteX1" fmla="*/ 888064 w 1204076"/>
                <a:gd name="connsiteY1" fmla="*/ 257442 h 257442"/>
                <a:gd name="connsiteX2" fmla="*/ 0 w 1204076"/>
                <a:gd name="connsiteY2" fmla="*/ 257442 h 257442"/>
                <a:gd name="connsiteX3" fmla="*/ 54721 w 1204076"/>
                <a:gd name="connsiteY3" fmla="*/ 0 h 257442"/>
                <a:gd name="connsiteX0" fmla="*/ 1204076 w 1204076"/>
                <a:gd name="connsiteY0" fmla="*/ 0 h 257442"/>
                <a:gd name="connsiteX1" fmla="*/ 1149354 w 1204076"/>
                <a:gd name="connsiteY1" fmla="*/ 257442 h 257442"/>
                <a:gd name="connsiteX2" fmla="*/ 0 w 1204076"/>
                <a:gd name="connsiteY2" fmla="*/ 257442 h 257442"/>
                <a:gd name="connsiteX3" fmla="*/ 54721 w 1204076"/>
                <a:gd name="connsiteY3" fmla="*/ 0 h 257442"/>
                <a:gd name="connsiteX0" fmla="*/ 1204077 w 1204077"/>
                <a:gd name="connsiteY0" fmla="*/ 0 h 257442"/>
                <a:gd name="connsiteX1" fmla="*/ 1149355 w 1204077"/>
                <a:gd name="connsiteY1" fmla="*/ 257442 h 257442"/>
                <a:gd name="connsiteX2" fmla="*/ 0 w 1204077"/>
                <a:gd name="connsiteY2" fmla="*/ 257442 h 257442"/>
                <a:gd name="connsiteX3" fmla="*/ 54722 w 1204077"/>
                <a:gd name="connsiteY3" fmla="*/ 0 h 257442"/>
                <a:gd name="connsiteX0" fmla="*/ 1204077 w 1204077"/>
                <a:gd name="connsiteY0" fmla="*/ 0 h 257442"/>
                <a:gd name="connsiteX1" fmla="*/ 1149355 w 1204077"/>
                <a:gd name="connsiteY1" fmla="*/ 257442 h 257442"/>
                <a:gd name="connsiteX2" fmla="*/ 0 w 1204077"/>
                <a:gd name="connsiteY2" fmla="*/ 257442 h 257442"/>
                <a:gd name="connsiteX3" fmla="*/ 54722 w 1204077"/>
                <a:gd name="connsiteY3" fmla="*/ 0 h 257442"/>
                <a:gd name="connsiteX0" fmla="*/ 1372391 w 1372391"/>
                <a:gd name="connsiteY0" fmla="*/ 0 h 257442"/>
                <a:gd name="connsiteX1" fmla="*/ 1149355 w 1372391"/>
                <a:gd name="connsiteY1" fmla="*/ 257442 h 257442"/>
                <a:gd name="connsiteX2" fmla="*/ 0 w 1372391"/>
                <a:gd name="connsiteY2" fmla="*/ 257442 h 257442"/>
                <a:gd name="connsiteX3" fmla="*/ 54722 w 1372391"/>
                <a:gd name="connsiteY3" fmla="*/ 0 h 257442"/>
                <a:gd name="connsiteX0" fmla="*/ 1372391 w 1372391"/>
                <a:gd name="connsiteY0" fmla="*/ 0 h 257442"/>
                <a:gd name="connsiteX1" fmla="*/ 1317670 w 1372391"/>
                <a:gd name="connsiteY1" fmla="*/ 257442 h 257442"/>
                <a:gd name="connsiteX2" fmla="*/ 0 w 1372391"/>
                <a:gd name="connsiteY2" fmla="*/ 257442 h 257442"/>
                <a:gd name="connsiteX3" fmla="*/ 54722 w 1372391"/>
                <a:gd name="connsiteY3" fmla="*/ 0 h 257442"/>
                <a:gd name="connsiteX0" fmla="*/ 1372390 w 1372390"/>
                <a:gd name="connsiteY0" fmla="*/ 0 h 257442"/>
                <a:gd name="connsiteX1" fmla="*/ 1317669 w 1372390"/>
                <a:gd name="connsiteY1" fmla="*/ 257442 h 257442"/>
                <a:gd name="connsiteX2" fmla="*/ 0 w 1372390"/>
                <a:gd name="connsiteY2" fmla="*/ 257442 h 257442"/>
                <a:gd name="connsiteX3" fmla="*/ 54721 w 1372390"/>
                <a:gd name="connsiteY3" fmla="*/ 0 h 257442"/>
                <a:gd name="connsiteX0" fmla="*/ 1372390 w 1372390"/>
                <a:gd name="connsiteY0" fmla="*/ 0 h 257442"/>
                <a:gd name="connsiteX1" fmla="*/ 1317669 w 1372390"/>
                <a:gd name="connsiteY1" fmla="*/ 257442 h 257442"/>
                <a:gd name="connsiteX2" fmla="*/ 0 w 1372390"/>
                <a:gd name="connsiteY2" fmla="*/ 257442 h 257442"/>
                <a:gd name="connsiteX3" fmla="*/ 54720 w 1372390"/>
                <a:gd name="connsiteY3" fmla="*/ 0 h 257442"/>
                <a:gd name="connsiteX0" fmla="*/ 1550323 w 1550323"/>
                <a:gd name="connsiteY0" fmla="*/ 0 h 257442"/>
                <a:gd name="connsiteX1" fmla="*/ 1317669 w 1550323"/>
                <a:gd name="connsiteY1" fmla="*/ 257442 h 257442"/>
                <a:gd name="connsiteX2" fmla="*/ 0 w 1550323"/>
                <a:gd name="connsiteY2" fmla="*/ 257442 h 257442"/>
                <a:gd name="connsiteX3" fmla="*/ 54720 w 1550323"/>
                <a:gd name="connsiteY3" fmla="*/ 0 h 257442"/>
                <a:gd name="connsiteX0" fmla="*/ 1550323 w 1550323"/>
                <a:gd name="connsiteY0" fmla="*/ 0 h 257442"/>
                <a:gd name="connsiteX1" fmla="*/ 1495602 w 1550323"/>
                <a:gd name="connsiteY1" fmla="*/ 257442 h 257442"/>
                <a:gd name="connsiteX2" fmla="*/ 0 w 1550323"/>
                <a:gd name="connsiteY2" fmla="*/ 257442 h 257442"/>
                <a:gd name="connsiteX3" fmla="*/ 54720 w 1550323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54721 w 1550324"/>
                <a:gd name="connsiteY3" fmla="*/ 0 h 257442"/>
                <a:gd name="connsiteX0" fmla="*/ 1550324 w 1550324"/>
                <a:gd name="connsiteY0" fmla="*/ 0 h 257442"/>
                <a:gd name="connsiteX1" fmla="*/ 1495603 w 1550324"/>
                <a:gd name="connsiteY1" fmla="*/ 257442 h 257442"/>
                <a:gd name="connsiteX2" fmla="*/ 0 w 1550324"/>
                <a:gd name="connsiteY2" fmla="*/ 257442 h 257442"/>
                <a:gd name="connsiteX3" fmla="*/ 54721 w 1550324"/>
                <a:gd name="connsiteY3" fmla="*/ 0 h 257442"/>
                <a:gd name="connsiteX0" fmla="*/ 1811613 w 1811613"/>
                <a:gd name="connsiteY0" fmla="*/ 0 h 257442"/>
                <a:gd name="connsiteX1" fmla="*/ 1495603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811613 w 1811613"/>
                <a:gd name="connsiteY0" fmla="*/ 0 h 257442"/>
                <a:gd name="connsiteX1" fmla="*/ 1756892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811613 w 1811613"/>
                <a:gd name="connsiteY0" fmla="*/ 0 h 257442"/>
                <a:gd name="connsiteX1" fmla="*/ 1756892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811613 w 1811613"/>
                <a:gd name="connsiteY0" fmla="*/ 0 h 257442"/>
                <a:gd name="connsiteX1" fmla="*/ 1756892 w 1811613"/>
                <a:gd name="connsiteY1" fmla="*/ 257442 h 257442"/>
                <a:gd name="connsiteX2" fmla="*/ 0 w 1811613"/>
                <a:gd name="connsiteY2" fmla="*/ 257442 h 257442"/>
                <a:gd name="connsiteX3" fmla="*/ 54721 w 1811613"/>
                <a:gd name="connsiteY3" fmla="*/ 0 h 257442"/>
                <a:gd name="connsiteX0" fmla="*/ 1971914 w 1971914"/>
                <a:gd name="connsiteY0" fmla="*/ 0 h 257442"/>
                <a:gd name="connsiteX1" fmla="*/ 1756892 w 1971914"/>
                <a:gd name="connsiteY1" fmla="*/ 257442 h 257442"/>
                <a:gd name="connsiteX2" fmla="*/ 0 w 1971914"/>
                <a:gd name="connsiteY2" fmla="*/ 257442 h 257442"/>
                <a:gd name="connsiteX3" fmla="*/ 54721 w 1971914"/>
                <a:gd name="connsiteY3" fmla="*/ 0 h 257442"/>
                <a:gd name="connsiteX0" fmla="*/ 1971914 w 1971914"/>
                <a:gd name="connsiteY0" fmla="*/ 0 h 257442"/>
                <a:gd name="connsiteX1" fmla="*/ 1917192 w 1971914"/>
                <a:gd name="connsiteY1" fmla="*/ 257442 h 257442"/>
                <a:gd name="connsiteX2" fmla="*/ 0 w 1971914"/>
                <a:gd name="connsiteY2" fmla="*/ 257442 h 257442"/>
                <a:gd name="connsiteX3" fmla="*/ 54721 w 1971914"/>
                <a:gd name="connsiteY3" fmla="*/ 0 h 257442"/>
                <a:gd name="connsiteX0" fmla="*/ 1971915 w 1971915"/>
                <a:gd name="connsiteY0" fmla="*/ 0 h 257442"/>
                <a:gd name="connsiteX1" fmla="*/ 1917193 w 1971915"/>
                <a:gd name="connsiteY1" fmla="*/ 257442 h 257442"/>
                <a:gd name="connsiteX2" fmla="*/ 0 w 1971915"/>
                <a:gd name="connsiteY2" fmla="*/ 257442 h 257442"/>
                <a:gd name="connsiteX3" fmla="*/ 54722 w 1971915"/>
                <a:gd name="connsiteY3" fmla="*/ 0 h 257442"/>
                <a:gd name="connsiteX0" fmla="*/ 1971915 w 1971915"/>
                <a:gd name="connsiteY0" fmla="*/ 0 h 257442"/>
                <a:gd name="connsiteX1" fmla="*/ 1917193 w 1971915"/>
                <a:gd name="connsiteY1" fmla="*/ 257442 h 257442"/>
                <a:gd name="connsiteX2" fmla="*/ 0 w 1971915"/>
                <a:gd name="connsiteY2" fmla="*/ 257442 h 257442"/>
                <a:gd name="connsiteX3" fmla="*/ 54722 w 1971915"/>
                <a:gd name="connsiteY3" fmla="*/ 0 h 257442"/>
                <a:gd name="connsiteX0" fmla="*/ 2132215 w 2132215"/>
                <a:gd name="connsiteY0" fmla="*/ 0 h 257442"/>
                <a:gd name="connsiteX1" fmla="*/ 1917193 w 2132215"/>
                <a:gd name="connsiteY1" fmla="*/ 257442 h 257442"/>
                <a:gd name="connsiteX2" fmla="*/ 0 w 2132215"/>
                <a:gd name="connsiteY2" fmla="*/ 257442 h 257442"/>
                <a:gd name="connsiteX3" fmla="*/ 54722 w 2132215"/>
                <a:gd name="connsiteY3" fmla="*/ 0 h 257442"/>
                <a:gd name="connsiteX0" fmla="*/ 2132215 w 2132215"/>
                <a:gd name="connsiteY0" fmla="*/ 0 h 257442"/>
                <a:gd name="connsiteX1" fmla="*/ 2077494 w 2132215"/>
                <a:gd name="connsiteY1" fmla="*/ 257442 h 257442"/>
                <a:gd name="connsiteX2" fmla="*/ 0 w 2132215"/>
                <a:gd name="connsiteY2" fmla="*/ 257442 h 257442"/>
                <a:gd name="connsiteX3" fmla="*/ 54722 w 2132215"/>
                <a:gd name="connsiteY3" fmla="*/ 0 h 257442"/>
                <a:gd name="connsiteX0" fmla="*/ 2132214 w 2132214"/>
                <a:gd name="connsiteY0" fmla="*/ 0 h 257442"/>
                <a:gd name="connsiteX1" fmla="*/ 2077493 w 2132214"/>
                <a:gd name="connsiteY1" fmla="*/ 257442 h 257442"/>
                <a:gd name="connsiteX2" fmla="*/ 0 w 2132214"/>
                <a:gd name="connsiteY2" fmla="*/ 257442 h 257442"/>
                <a:gd name="connsiteX3" fmla="*/ 54721 w 2132214"/>
                <a:gd name="connsiteY3" fmla="*/ 0 h 257442"/>
                <a:gd name="connsiteX0" fmla="*/ 2132214 w 2132214"/>
                <a:gd name="connsiteY0" fmla="*/ 0 h 257442"/>
                <a:gd name="connsiteX1" fmla="*/ 2077493 w 2132214"/>
                <a:gd name="connsiteY1" fmla="*/ 257442 h 257442"/>
                <a:gd name="connsiteX2" fmla="*/ 0 w 2132214"/>
                <a:gd name="connsiteY2" fmla="*/ 257442 h 257442"/>
                <a:gd name="connsiteX3" fmla="*/ 54720 w 2132214"/>
                <a:gd name="connsiteY3" fmla="*/ 0 h 257442"/>
                <a:gd name="connsiteX0" fmla="*/ 2300529 w 2300529"/>
                <a:gd name="connsiteY0" fmla="*/ 0 h 257442"/>
                <a:gd name="connsiteX1" fmla="*/ 2077493 w 2300529"/>
                <a:gd name="connsiteY1" fmla="*/ 257442 h 257442"/>
                <a:gd name="connsiteX2" fmla="*/ 0 w 2300529"/>
                <a:gd name="connsiteY2" fmla="*/ 257442 h 257442"/>
                <a:gd name="connsiteX3" fmla="*/ 54720 w 2300529"/>
                <a:gd name="connsiteY3" fmla="*/ 0 h 257442"/>
                <a:gd name="connsiteX0" fmla="*/ 2300529 w 2300529"/>
                <a:gd name="connsiteY0" fmla="*/ 0 h 257442"/>
                <a:gd name="connsiteX1" fmla="*/ 2245808 w 2300529"/>
                <a:gd name="connsiteY1" fmla="*/ 257442 h 257442"/>
                <a:gd name="connsiteX2" fmla="*/ 0 w 2300529"/>
                <a:gd name="connsiteY2" fmla="*/ 257442 h 257442"/>
                <a:gd name="connsiteX3" fmla="*/ 54720 w 2300529"/>
                <a:gd name="connsiteY3" fmla="*/ 0 h 257442"/>
                <a:gd name="connsiteX0" fmla="*/ 2300530 w 2300530"/>
                <a:gd name="connsiteY0" fmla="*/ 0 h 257442"/>
                <a:gd name="connsiteX1" fmla="*/ 2245809 w 2300530"/>
                <a:gd name="connsiteY1" fmla="*/ 257442 h 257442"/>
                <a:gd name="connsiteX2" fmla="*/ 0 w 2300530"/>
                <a:gd name="connsiteY2" fmla="*/ 257442 h 257442"/>
                <a:gd name="connsiteX3" fmla="*/ 54721 w 2300530"/>
                <a:gd name="connsiteY3" fmla="*/ 0 h 257442"/>
                <a:gd name="connsiteX0" fmla="*/ 2300530 w 2300530"/>
                <a:gd name="connsiteY0" fmla="*/ 0 h 257442"/>
                <a:gd name="connsiteX1" fmla="*/ 2245809 w 2300530"/>
                <a:gd name="connsiteY1" fmla="*/ 257442 h 257442"/>
                <a:gd name="connsiteX2" fmla="*/ 0 w 2300530"/>
                <a:gd name="connsiteY2" fmla="*/ 257442 h 257442"/>
                <a:gd name="connsiteX3" fmla="*/ 54721 w 2300530"/>
                <a:gd name="connsiteY3" fmla="*/ 0 h 257442"/>
                <a:gd name="connsiteX0" fmla="*/ 2468844 w 2468844"/>
                <a:gd name="connsiteY0" fmla="*/ 0 h 257442"/>
                <a:gd name="connsiteX1" fmla="*/ 2245809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468844 w 2468844"/>
                <a:gd name="connsiteY0" fmla="*/ 0 h 257442"/>
                <a:gd name="connsiteX1" fmla="*/ 2414123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468844 w 2468844"/>
                <a:gd name="connsiteY0" fmla="*/ 0 h 257442"/>
                <a:gd name="connsiteX1" fmla="*/ 2414123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468844 w 2468844"/>
                <a:gd name="connsiteY0" fmla="*/ 0 h 257442"/>
                <a:gd name="connsiteX1" fmla="*/ 2414123 w 2468844"/>
                <a:gd name="connsiteY1" fmla="*/ 257442 h 257442"/>
                <a:gd name="connsiteX2" fmla="*/ 0 w 2468844"/>
                <a:gd name="connsiteY2" fmla="*/ 257442 h 257442"/>
                <a:gd name="connsiteX3" fmla="*/ 54721 w 2468844"/>
                <a:gd name="connsiteY3" fmla="*/ 0 h 257442"/>
                <a:gd name="connsiteX0" fmla="*/ 2722119 w 2722119"/>
                <a:gd name="connsiteY0" fmla="*/ 0 h 257442"/>
                <a:gd name="connsiteX1" fmla="*/ 2414123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722119 w 2722119"/>
                <a:gd name="connsiteY0" fmla="*/ 0 h 257442"/>
                <a:gd name="connsiteX1" fmla="*/ 2667398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722119 w 2722119"/>
                <a:gd name="connsiteY0" fmla="*/ 0 h 257442"/>
                <a:gd name="connsiteX1" fmla="*/ 2667398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722119 w 2722119"/>
                <a:gd name="connsiteY0" fmla="*/ 0 h 257442"/>
                <a:gd name="connsiteX1" fmla="*/ 2667398 w 2722119"/>
                <a:gd name="connsiteY1" fmla="*/ 257442 h 257442"/>
                <a:gd name="connsiteX2" fmla="*/ 0 w 2722119"/>
                <a:gd name="connsiteY2" fmla="*/ 257442 h 257442"/>
                <a:gd name="connsiteX3" fmla="*/ 54721 w 2722119"/>
                <a:gd name="connsiteY3" fmla="*/ 0 h 257442"/>
                <a:gd name="connsiteX0" fmla="*/ 2882419 w 2882419"/>
                <a:gd name="connsiteY0" fmla="*/ 0 h 257442"/>
                <a:gd name="connsiteX1" fmla="*/ 26673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54721 w 288241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419" h="257442">
                  <a:moveTo>
                    <a:pt x="2882419" y="0"/>
                  </a:moveTo>
                  <a:lnTo>
                    <a:pt x="2827698" y="257442"/>
                  </a:lnTo>
                  <a:lnTo>
                    <a:pt x="0" y="257442"/>
                  </a:lnTo>
                  <a:lnTo>
                    <a:pt x="54721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btfpRunningAgenda2LevelTextRight322704">
              <a:extLst>
                <a:ext uri="{FF2B5EF4-FFF2-40B4-BE49-F238E27FC236}">
                  <a16:creationId xmlns:a16="http://schemas.microsoft.com/office/drawing/2014/main" id="{35CA70CA-396A-D34C-64DE-7551E9B1385E}"/>
                </a:ext>
              </a:extLst>
            </p:cNvPr>
            <p:cNvSpPr txBox="1"/>
            <p:nvPr/>
          </p:nvSpPr>
          <p:spPr bwMode="gray">
            <a:xfrm>
              <a:off x="2627801" y="914400"/>
              <a:ext cx="2984601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all" spc="4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Visão executiva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1CB0A9A-33C5-2C97-5E60-E7DF848C657E}"/>
              </a:ext>
            </a:extLst>
          </p:cNvPr>
          <p:cNvSpPr/>
          <p:nvPr/>
        </p:nvSpPr>
        <p:spPr bwMode="gray">
          <a:xfrm>
            <a:off x="2707922" y="1574856"/>
            <a:ext cx="1412179" cy="310620"/>
          </a:xfrm>
          <a:prstGeom prst="rect">
            <a:avLst/>
          </a:prstGeom>
          <a:solidFill>
            <a:srgbClr val="CC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 Planning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915ED-5C66-3E75-EEF9-5AE53AA9FDD7}"/>
              </a:ext>
            </a:extLst>
          </p:cNvPr>
          <p:cNvSpPr/>
          <p:nvPr/>
        </p:nvSpPr>
        <p:spPr bwMode="gray">
          <a:xfrm>
            <a:off x="4230094" y="2239384"/>
            <a:ext cx="923577" cy="233374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Validação dos dados coletados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035BB-2009-9A28-45D6-A7F56E837DA4}"/>
              </a:ext>
            </a:extLst>
          </p:cNvPr>
          <p:cNvSpPr/>
          <p:nvPr/>
        </p:nvSpPr>
        <p:spPr bwMode="gray">
          <a:xfrm>
            <a:off x="4230094" y="2541477"/>
            <a:ext cx="1445012" cy="233374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2ª página coletando loja de preferência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4D974-2B5F-561B-2DE6-E3F33F24A92E}"/>
              </a:ext>
            </a:extLst>
          </p:cNvPr>
          <p:cNvSpPr/>
          <p:nvPr/>
        </p:nvSpPr>
        <p:spPr bwMode="gray">
          <a:xfrm>
            <a:off x="4230094" y="3635102"/>
            <a:ext cx="2956094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Dados de CEP capturados para todos os leads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6F00D-04A8-D400-06CE-FC56F37CB99D}"/>
              </a:ext>
            </a:extLst>
          </p:cNvPr>
          <p:cNvSpPr/>
          <p:nvPr/>
        </p:nvSpPr>
        <p:spPr bwMode="gray">
          <a:xfrm>
            <a:off x="4159011" y="2127236"/>
            <a:ext cx="1582166" cy="693188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5D81CB-AFD3-5F0A-BDA1-790807A47DBF}"/>
              </a:ext>
            </a:extLst>
          </p:cNvPr>
          <p:cNvSpPr txBox="1"/>
          <p:nvPr/>
        </p:nvSpPr>
        <p:spPr bwMode="gray">
          <a:xfrm>
            <a:off x="4212140" y="1984294"/>
            <a:ext cx="319566" cy="234286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DD06AC-E0A6-830F-95C4-EC195C193A52}"/>
              </a:ext>
            </a:extLst>
          </p:cNvPr>
          <p:cNvSpPr/>
          <p:nvPr/>
        </p:nvSpPr>
        <p:spPr bwMode="gray">
          <a:xfrm>
            <a:off x="4159010" y="3583571"/>
            <a:ext cx="3093247" cy="390505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F71B47-4F33-9F0B-C9A9-37E54149BB02}"/>
              </a:ext>
            </a:extLst>
          </p:cNvPr>
          <p:cNvSpPr txBox="1"/>
          <p:nvPr/>
        </p:nvSpPr>
        <p:spPr bwMode="gray">
          <a:xfrm>
            <a:off x="4212140" y="3429000"/>
            <a:ext cx="941531" cy="234286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Classificados</a:t>
            </a:r>
          </a:p>
        </p:txBody>
      </p:sp>
      <p:sp>
        <p:nvSpPr>
          <p:cNvPr id="21" name="MS Txt Julho 2002">
            <a:extLst>
              <a:ext uri="{FF2B5EF4-FFF2-40B4-BE49-F238E27FC236}">
                <a16:creationId xmlns:a16="http://schemas.microsoft.com/office/drawing/2014/main" id="{9087CF38-6CE7-5549-6E3A-C5B3768619B8}"/>
              </a:ext>
            </a:extLst>
          </p:cNvPr>
          <p:cNvSpPr txBox="1"/>
          <p:nvPr/>
        </p:nvSpPr>
        <p:spPr bwMode="gray">
          <a:xfrm>
            <a:off x="4553965" y="5809723"/>
            <a:ext cx="820372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 pilotos desenhados para serem desenvolvidos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D5A08BD-0D81-E232-A709-332CC6F4C94E}"/>
              </a:ext>
            </a:extLst>
          </p:cNvPr>
          <p:cNvSpPr/>
          <p:nvPr/>
        </p:nvSpPr>
        <p:spPr bwMode="gray">
          <a:xfrm>
            <a:off x="4906657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D2DDB8-3E89-4F70-3C16-E70FD9600731}"/>
              </a:ext>
            </a:extLst>
          </p:cNvPr>
          <p:cNvSpPr/>
          <p:nvPr/>
        </p:nvSpPr>
        <p:spPr bwMode="gray">
          <a:xfrm>
            <a:off x="2788651" y="4339375"/>
            <a:ext cx="1414320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Desenvolvimento piloto de alocação versão 1.0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5D8ECC-A5D6-9ED8-D978-A5368E9291A2}"/>
              </a:ext>
            </a:extLst>
          </p:cNvPr>
          <p:cNvSpPr/>
          <p:nvPr/>
        </p:nvSpPr>
        <p:spPr bwMode="gray">
          <a:xfrm>
            <a:off x="2788650" y="5352150"/>
            <a:ext cx="2110485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Desenho de pilotos combinando outras variáveis relevantes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ADF1DF-DBE3-C956-D19C-978A333DA409}"/>
              </a:ext>
            </a:extLst>
          </p:cNvPr>
          <p:cNvSpPr/>
          <p:nvPr/>
        </p:nvSpPr>
        <p:spPr bwMode="gray">
          <a:xfrm>
            <a:off x="4273859" y="4339375"/>
            <a:ext cx="1406660" cy="301752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prelim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piloto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80C67F-CACF-74B9-A836-690C5B83D68E}"/>
              </a:ext>
            </a:extLst>
          </p:cNvPr>
          <p:cNvSpPr/>
          <p:nvPr/>
        </p:nvSpPr>
        <p:spPr bwMode="gray">
          <a:xfrm>
            <a:off x="4230095" y="1574856"/>
            <a:ext cx="1059468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Definição do grupo controle</a:t>
            </a:r>
          </a:p>
        </p:txBody>
      </p:sp>
      <p:sp>
        <p:nvSpPr>
          <p:cNvPr id="39" name="btfpBulletedList125559">
            <a:extLst>
              <a:ext uri="{FF2B5EF4-FFF2-40B4-BE49-F238E27FC236}">
                <a16:creationId xmlns:a16="http://schemas.microsoft.com/office/drawing/2014/main" id="{B7965AB2-8628-14A2-53B6-D20E73C943C4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2765869" y="5676030"/>
            <a:ext cx="1749966" cy="91908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Loja escolhida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Distância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Canal de origem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Dados do carro – modelo, ano, valor, faixa de km rodados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2FB13DC-5C63-DA1B-0E5E-10BEF8B8B3A4}"/>
              </a:ext>
            </a:extLst>
          </p:cNvPr>
          <p:cNvSpPr/>
          <p:nvPr/>
        </p:nvSpPr>
        <p:spPr bwMode="gray">
          <a:xfrm>
            <a:off x="5793944" y="4339375"/>
            <a:ext cx="2146490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do piloto escalado para 100 lojas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EEB118-D583-C103-FC91-576947D342B2}"/>
              </a:ext>
            </a:extLst>
          </p:cNvPr>
          <p:cNvSpPr/>
          <p:nvPr/>
        </p:nvSpPr>
        <p:spPr bwMode="gray">
          <a:xfrm>
            <a:off x="5032579" y="5352150"/>
            <a:ext cx="2164906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Desenvolvimento dos novos pilotos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6E0781B-9E31-8CDC-5F6E-0E6EA450F253}"/>
              </a:ext>
            </a:extLst>
          </p:cNvPr>
          <p:cNvSpPr/>
          <p:nvPr/>
        </p:nvSpPr>
        <p:spPr bwMode="gray">
          <a:xfrm>
            <a:off x="7282623" y="5352150"/>
            <a:ext cx="2164905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dos novos pilotos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D254CD-D7D4-15CE-F2D9-0F4F971132EC}"/>
              </a:ext>
            </a:extLst>
          </p:cNvPr>
          <p:cNvSpPr/>
          <p:nvPr/>
        </p:nvSpPr>
        <p:spPr bwMode="gray">
          <a:xfrm>
            <a:off x="2695969" y="5223321"/>
            <a:ext cx="9403878" cy="1371798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3B85A6-0029-09A7-689F-96120A6A203B}"/>
              </a:ext>
            </a:extLst>
          </p:cNvPr>
          <p:cNvSpPr txBox="1"/>
          <p:nvPr/>
        </p:nvSpPr>
        <p:spPr bwMode="gray">
          <a:xfrm>
            <a:off x="2810751" y="5086963"/>
            <a:ext cx="2153401" cy="257369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Modelo robusto de alocação</a:t>
            </a:r>
          </a:p>
        </p:txBody>
      </p:sp>
      <p:sp>
        <p:nvSpPr>
          <p:cNvPr id="49" name="MS Txt Julho 2002">
            <a:extLst>
              <a:ext uri="{FF2B5EF4-FFF2-40B4-BE49-F238E27FC236}">
                <a16:creationId xmlns:a16="http://schemas.microsoft.com/office/drawing/2014/main" id="{23865059-B3D4-D9EB-1718-B6CBF79ED100}"/>
              </a:ext>
            </a:extLst>
          </p:cNvPr>
          <p:cNvSpPr txBox="1"/>
          <p:nvPr/>
        </p:nvSpPr>
        <p:spPr bwMode="gray">
          <a:xfrm>
            <a:off x="5108155" y="4664953"/>
            <a:ext cx="902409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Piloto escalado em 100 lojas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5E2593E5-7EB1-A66B-9F26-E19CEDE5E343}"/>
              </a:ext>
            </a:extLst>
          </p:cNvPr>
          <p:cNvSpPr/>
          <p:nvPr/>
        </p:nvSpPr>
        <p:spPr bwMode="gray">
          <a:xfrm>
            <a:off x="5490009" y="460875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MS Txt Julho 2002">
            <a:extLst>
              <a:ext uri="{FF2B5EF4-FFF2-40B4-BE49-F238E27FC236}">
                <a16:creationId xmlns:a16="http://schemas.microsoft.com/office/drawing/2014/main" id="{A2725403-25FF-6646-1B32-DD3B45314632}"/>
              </a:ext>
            </a:extLst>
          </p:cNvPr>
          <p:cNvSpPr txBox="1"/>
          <p:nvPr/>
        </p:nvSpPr>
        <p:spPr bwMode="gray">
          <a:xfrm>
            <a:off x="3772503" y="4664953"/>
            <a:ext cx="75760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Piloto lançado em 30 lojas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5B5BA1DB-CB46-75B0-FC1B-2E0FD3895472}"/>
              </a:ext>
            </a:extLst>
          </p:cNvPr>
          <p:cNvSpPr/>
          <p:nvPr/>
        </p:nvSpPr>
        <p:spPr bwMode="gray">
          <a:xfrm>
            <a:off x="4208383" y="460875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MS Txt Julho 2002">
            <a:extLst>
              <a:ext uri="{FF2B5EF4-FFF2-40B4-BE49-F238E27FC236}">
                <a16:creationId xmlns:a16="http://schemas.microsoft.com/office/drawing/2014/main" id="{73F49D5E-7F43-5BC7-8A2B-6A0A81F8F9FE}"/>
              </a:ext>
            </a:extLst>
          </p:cNvPr>
          <p:cNvSpPr txBox="1"/>
          <p:nvPr/>
        </p:nvSpPr>
        <p:spPr bwMode="gray">
          <a:xfrm>
            <a:off x="6835724" y="5809723"/>
            <a:ext cx="745793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 pilotos lançados.</a:t>
            </a:r>
            <a:b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 lojas em cada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9D8AC285-DA0E-1F76-9E66-7F9B50200BE6}"/>
              </a:ext>
            </a:extLst>
          </p:cNvPr>
          <p:cNvSpPr/>
          <p:nvPr/>
        </p:nvSpPr>
        <p:spPr bwMode="gray">
          <a:xfrm>
            <a:off x="7139270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MS Txt Julho 2002">
            <a:extLst>
              <a:ext uri="{FF2B5EF4-FFF2-40B4-BE49-F238E27FC236}">
                <a16:creationId xmlns:a16="http://schemas.microsoft.com/office/drawing/2014/main" id="{D0EAFCCD-ECD1-EAD7-D7CA-98893B87E9E2}"/>
              </a:ext>
            </a:extLst>
          </p:cNvPr>
          <p:cNvSpPr txBox="1"/>
          <p:nvPr/>
        </p:nvSpPr>
        <p:spPr bwMode="gray">
          <a:xfrm>
            <a:off x="9147172" y="5809723"/>
            <a:ext cx="74579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33 lojas em cada um dos top 3 modelos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E3154063-CB3C-874F-E5E5-B2B9AA1B3A4F}"/>
              </a:ext>
            </a:extLst>
          </p:cNvPr>
          <p:cNvSpPr/>
          <p:nvPr/>
        </p:nvSpPr>
        <p:spPr bwMode="gray">
          <a:xfrm>
            <a:off x="9450718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9493D9-6A67-7C89-2D16-05E588AAF79B}"/>
              </a:ext>
            </a:extLst>
          </p:cNvPr>
          <p:cNvSpPr/>
          <p:nvPr/>
        </p:nvSpPr>
        <p:spPr bwMode="gray">
          <a:xfrm>
            <a:off x="9559383" y="5352150"/>
            <a:ext cx="2126628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Análise dos novos pilotos</a:t>
            </a:r>
          </a:p>
        </p:txBody>
      </p:sp>
      <p:sp>
        <p:nvSpPr>
          <p:cNvPr id="73" name="MS Txt Julho 2002">
            <a:extLst>
              <a:ext uri="{FF2B5EF4-FFF2-40B4-BE49-F238E27FC236}">
                <a16:creationId xmlns:a16="http://schemas.microsoft.com/office/drawing/2014/main" id="{EE7AC805-2DC0-D2B6-428B-3321B18212BB}"/>
              </a:ext>
            </a:extLst>
          </p:cNvPr>
          <p:cNvSpPr txBox="1"/>
          <p:nvPr/>
        </p:nvSpPr>
        <p:spPr bwMode="gray">
          <a:xfrm>
            <a:off x="11146619" y="5809723"/>
            <a:ext cx="992650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Escala do modelo vencedor para todas as lojas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720FAB2C-FC08-5133-1632-A26B022BD8C0}"/>
              </a:ext>
            </a:extLst>
          </p:cNvPr>
          <p:cNvSpPr/>
          <p:nvPr/>
        </p:nvSpPr>
        <p:spPr bwMode="gray">
          <a:xfrm>
            <a:off x="11585450" y="567732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9F6281-A979-D792-5DC3-53AD554E663B}"/>
              </a:ext>
            </a:extLst>
          </p:cNvPr>
          <p:cNvSpPr/>
          <p:nvPr/>
        </p:nvSpPr>
        <p:spPr bwMode="gray">
          <a:xfrm>
            <a:off x="2695969" y="4250743"/>
            <a:ext cx="9403878" cy="782437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4D6273-711F-9134-E760-0BBC74D1F608}"/>
              </a:ext>
            </a:extLst>
          </p:cNvPr>
          <p:cNvSpPr txBox="1"/>
          <p:nvPr/>
        </p:nvSpPr>
        <p:spPr bwMode="gray">
          <a:xfrm>
            <a:off x="2810751" y="4052241"/>
            <a:ext cx="2478811" cy="257369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Modelo simplificado de alocação</a:t>
            </a:r>
          </a:p>
        </p:txBody>
      </p:sp>
      <p:sp>
        <p:nvSpPr>
          <p:cNvPr id="76" name="MS Txt Julho 2002">
            <a:extLst>
              <a:ext uri="{FF2B5EF4-FFF2-40B4-BE49-F238E27FC236}">
                <a16:creationId xmlns:a16="http://schemas.microsoft.com/office/drawing/2014/main" id="{8ADFA46E-02D1-9F76-AF2A-A21E260AF09F}"/>
              </a:ext>
            </a:extLst>
          </p:cNvPr>
          <p:cNvSpPr txBox="1"/>
          <p:nvPr/>
        </p:nvSpPr>
        <p:spPr bwMode="gray">
          <a:xfrm>
            <a:off x="7557017" y="4634473"/>
            <a:ext cx="902409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Piloto escalado para todas as lojas restantes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F64F9BCC-1CEF-6B5E-01DB-C9375ACB2201}"/>
              </a:ext>
            </a:extLst>
          </p:cNvPr>
          <p:cNvSpPr/>
          <p:nvPr/>
        </p:nvSpPr>
        <p:spPr bwMode="gray">
          <a:xfrm>
            <a:off x="7938871" y="457827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MS Txt Julho 2002">
            <a:extLst>
              <a:ext uri="{FF2B5EF4-FFF2-40B4-BE49-F238E27FC236}">
                <a16:creationId xmlns:a16="http://schemas.microsoft.com/office/drawing/2014/main" id="{316B5018-B635-7681-20E1-707D41951BE6}"/>
              </a:ext>
            </a:extLst>
          </p:cNvPr>
          <p:cNvSpPr txBox="1"/>
          <p:nvPr/>
        </p:nvSpPr>
        <p:spPr bwMode="gray">
          <a:xfrm>
            <a:off x="11160003" y="4634473"/>
            <a:ext cx="902409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“Desativação” do modelo de alocação 1.0</a:t>
            </a:r>
            <a:endParaRPr kumimoji="0" lang="pt-BR" sz="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C50E85E5-7B07-971C-4ECE-8DECCD1F840C}"/>
              </a:ext>
            </a:extLst>
          </p:cNvPr>
          <p:cNvSpPr/>
          <p:nvPr/>
        </p:nvSpPr>
        <p:spPr bwMode="gray">
          <a:xfrm>
            <a:off x="11541857" y="4578275"/>
            <a:ext cx="114988" cy="103364"/>
          </a:xfrm>
          <a:prstGeom prst="triangle">
            <a:avLst/>
          </a:prstGeom>
          <a:solidFill>
            <a:srgbClr val="7891A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17806C5-34B7-A3A2-8718-A017BF989181}"/>
              </a:ext>
            </a:extLst>
          </p:cNvPr>
          <p:cNvSpPr/>
          <p:nvPr/>
        </p:nvSpPr>
        <p:spPr bwMode="gray">
          <a:xfrm>
            <a:off x="8063862" y="4339375"/>
            <a:ext cx="3440560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Acompanhamento dos resultados do modelo 1.0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FBEF3-CA88-B9E1-5AF9-193FCA91B3B7}"/>
              </a:ext>
            </a:extLst>
          </p:cNvPr>
          <p:cNvSpPr/>
          <p:nvPr/>
        </p:nvSpPr>
        <p:spPr bwMode="gray">
          <a:xfrm>
            <a:off x="5741176" y="3081958"/>
            <a:ext cx="1445012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2ª página coletando loja de preferência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A52E9-FFE5-80AD-8002-5AAFF087E92C}"/>
              </a:ext>
            </a:extLst>
          </p:cNvPr>
          <p:cNvSpPr/>
          <p:nvPr/>
        </p:nvSpPr>
        <p:spPr bwMode="gray">
          <a:xfrm>
            <a:off x="4230094" y="3081958"/>
            <a:ext cx="1445012" cy="310620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Dados de CEP capturados para todos os leads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CC7309-7EAD-C6EC-CF54-7F6A554C18BC}"/>
              </a:ext>
            </a:extLst>
          </p:cNvPr>
          <p:cNvSpPr/>
          <p:nvPr/>
        </p:nvSpPr>
        <p:spPr bwMode="gray">
          <a:xfrm>
            <a:off x="4159010" y="3012423"/>
            <a:ext cx="3093247" cy="416577"/>
          </a:xfrm>
          <a:prstGeom prst="rect">
            <a:avLst/>
          </a:prstGeom>
          <a:noFill/>
          <a:ln w="9525" cap="flat" cmpd="sng" algn="ctr">
            <a:solidFill>
              <a:srgbClr val="640A40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1" i="1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E25C3A-F050-EEF6-E45D-A9472CF9CDA6}"/>
              </a:ext>
            </a:extLst>
          </p:cNvPr>
          <p:cNvSpPr txBox="1"/>
          <p:nvPr/>
        </p:nvSpPr>
        <p:spPr bwMode="gray">
          <a:xfrm>
            <a:off x="4212140" y="2857852"/>
            <a:ext cx="1518612" cy="234286"/>
          </a:xfrm>
          <a:prstGeom prst="rect">
            <a:avLst/>
          </a:prstGeom>
          <a:solidFill>
            <a:srgbClr val="FFFFFF"/>
          </a:solidFill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640A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WhatsApp + Facebook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3447D-8931-5A4A-D1CE-1D7EB8FC93BD}"/>
              </a:ext>
            </a:extLst>
          </p:cNvPr>
          <p:cNvSpPr/>
          <p:nvPr/>
        </p:nvSpPr>
        <p:spPr bwMode="gray">
          <a:xfrm>
            <a:off x="2707922" y="1911662"/>
            <a:ext cx="2256230" cy="125397"/>
          </a:xfrm>
          <a:prstGeom prst="rect">
            <a:avLst/>
          </a:prstGeom>
          <a:solidFill>
            <a:srgbClr val="F2DE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Solicitação do CEP obrigatório</a:t>
            </a:r>
          </a:p>
        </p:txBody>
      </p:sp>
      <p:sp>
        <p:nvSpPr>
          <p:cNvPr id="12" name="btfpCallout216546">
            <a:extLst>
              <a:ext uri="{FF2B5EF4-FFF2-40B4-BE49-F238E27FC236}">
                <a16:creationId xmlns:a16="http://schemas.microsoft.com/office/drawing/2014/main" id="{FAD5E070-D88D-0574-4C0E-A96F4084FE7A}"/>
              </a:ext>
            </a:extLst>
          </p:cNvPr>
          <p:cNvSpPr/>
          <p:nvPr/>
        </p:nvSpPr>
        <p:spPr bwMode="gray">
          <a:xfrm>
            <a:off x="1272146" y="1603206"/>
            <a:ext cx="1262048" cy="857396"/>
          </a:xfrm>
          <a:prstGeom prst="wedgeRectCallout">
            <a:avLst>
              <a:gd name="adj1" fmla="val 71193"/>
              <a:gd name="adj2" fmla="val -23981"/>
            </a:avLst>
          </a:prstGeom>
          <a:solidFill>
            <a:srgbClr val="FFFFFF"/>
          </a:solidFill>
          <a:ln w="19050">
            <a:solidFill>
              <a:srgbClr val="8585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8585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Flexibilização do período de congelamento do desenvolvimento a ser discutida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DD763C7-5F3F-0132-15D3-A9D5ADB03942}"/>
              </a:ext>
            </a:extLst>
          </p:cNvPr>
          <p:cNvSpPr/>
          <p:nvPr/>
        </p:nvSpPr>
        <p:spPr bwMode="gray">
          <a:xfrm>
            <a:off x="5569501" y="6390225"/>
            <a:ext cx="224081" cy="201428"/>
          </a:xfrm>
          <a:prstGeom prst="triangle">
            <a:avLst/>
          </a:prstGeom>
          <a:solidFill>
            <a:srgbClr val="CC0000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036195-2419-6F93-9B6D-D5F52D671275}"/>
              </a:ext>
            </a:extLst>
          </p:cNvPr>
          <p:cNvSpPr txBox="1"/>
          <p:nvPr/>
        </p:nvSpPr>
        <p:spPr bwMode="gray">
          <a:xfrm>
            <a:off x="5780231" y="6205196"/>
            <a:ext cx="680242" cy="44203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Reunião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 JA</a:t>
            </a:r>
            <a:endParaRPr kumimoji="0" lang="pt-BR" sz="1200" b="1" i="0" u="none" strike="noStrike" kern="1200" cap="none" spc="0" normalizeH="0" baseline="0" noProof="0" err="1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365F32-7F0A-F77C-73EE-3CFEC676B21C}"/>
              </a:ext>
            </a:extLst>
          </p:cNvPr>
          <p:cNvCxnSpPr/>
          <p:nvPr/>
        </p:nvCxnSpPr>
        <p:spPr bwMode="gray">
          <a:xfrm>
            <a:off x="4151943" y="1574856"/>
            <a:ext cx="0" cy="5020263"/>
          </a:xfrm>
          <a:prstGeom prst="line">
            <a:avLst/>
          </a:prstGeom>
          <a:ln w="19050" cap="flat" cmpd="sng" algn="ctr">
            <a:solidFill>
              <a:srgbClr val="CC0000">
                <a:alpha val="25000"/>
              </a:srgbClr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7D662295-7666-F7B1-B416-66314FB04C28}"/>
              </a:ext>
            </a:extLst>
          </p:cNvPr>
          <p:cNvSpPr/>
          <p:nvPr/>
        </p:nvSpPr>
        <p:spPr bwMode="gray">
          <a:xfrm>
            <a:off x="4046338" y="6589793"/>
            <a:ext cx="224081" cy="201428"/>
          </a:xfrm>
          <a:prstGeom prst="triangle">
            <a:avLst/>
          </a:prstGeom>
          <a:solidFill>
            <a:srgbClr val="CC0000">
              <a:alpha val="75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F083DB-D76C-ED80-EF96-5587F39357CF}"/>
              </a:ext>
            </a:extLst>
          </p:cNvPr>
          <p:cNvSpPr txBox="1"/>
          <p:nvPr/>
        </p:nvSpPr>
        <p:spPr bwMode="gray">
          <a:xfrm>
            <a:off x="4257068" y="6556662"/>
            <a:ext cx="406128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Hoje</a:t>
            </a:r>
            <a:endParaRPr kumimoji="0" lang="pt-BR" sz="1200" b="1" i="0" u="none" strike="noStrike" kern="1200" cap="none" spc="0" normalizeH="0" baseline="0" noProof="0" err="1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555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btfpColumnIndicatorGroup2">
            <a:extLst>
              <a:ext uri="{FF2B5EF4-FFF2-40B4-BE49-F238E27FC236}">
                <a16:creationId xmlns:a16="http://schemas.microsoft.com/office/drawing/2014/main" id="{BA195A54-052C-CA83-DE55-FB7467ABDE0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5" name="btfpColumnGapBlocker599650">
              <a:extLst>
                <a:ext uri="{FF2B5EF4-FFF2-40B4-BE49-F238E27FC236}">
                  <a16:creationId xmlns:a16="http://schemas.microsoft.com/office/drawing/2014/main" id="{965AA04D-B9EC-14C6-781B-27DF5A40E1AF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btfpColumnGapBlocker187161">
              <a:extLst>
                <a:ext uri="{FF2B5EF4-FFF2-40B4-BE49-F238E27FC236}">
                  <a16:creationId xmlns:a16="http://schemas.microsoft.com/office/drawing/2014/main" id="{546934B1-748C-5D17-8624-7499DA7E6194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1" name="btfpColumnIndicator970169">
              <a:extLst>
                <a:ext uri="{FF2B5EF4-FFF2-40B4-BE49-F238E27FC236}">
                  <a16:creationId xmlns:a16="http://schemas.microsoft.com/office/drawing/2014/main" id="{DBC05359-9DE0-EB50-73F0-F32541077DC2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btfpColumnIndicator658430">
              <a:extLst>
                <a:ext uri="{FF2B5EF4-FFF2-40B4-BE49-F238E27FC236}">
                  <a16:creationId xmlns:a16="http://schemas.microsoft.com/office/drawing/2014/main" id="{E5876590-5275-909B-B4D1-A3ACCE7028D0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btfpColumnIndicatorGroup1">
            <a:extLst>
              <a:ext uri="{FF2B5EF4-FFF2-40B4-BE49-F238E27FC236}">
                <a16:creationId xmlns:a16="http://schemas.microsoft.com/office/drawing/2014/main" id="{E7200BBE-D99B-E325-DAA3-4C382087E84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4" name="btfpColumnGapBlocker904387">
              <a:extLst>
                <a:ext uri="{FF2B5EF4-FFF2-40B4-BE49-F238E27FC236}">
                  <a16:creationId xmlns:a16="http://schemas.microsoft.com/office/drawing/2014/main" id="{D80B0094-58E2-1382-49B0-4A66D9347EA1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976249">
              <a:extLst>
                <a:ext uri="{FF2B5EF4-FFF2-40B4-BE49-F238E27FC236}">
                  <a16:creationId xmlns:a16="http://schemas.microsoft.com/office/drawing/2014/main" id="{C4AC02ED-590F-EA0B-D63A-25BEF2E3C2D6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755740">
              <a:extLst>
                <a:ext uri="{FF2B5EF4-FFF2-40B4-BE49-F238E27FC236}">
                  <a16:creationId xmlns:a16="http://schemas.microsoft.com/office/drawing/2014/main" id="{EFD2B118-D86E-12FC-A928-4B3A9FC4EA67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330618">
              <a:extLst>
                <a:ext uri="{FF2B5EF4-FFF2-40B4-BE49-F238E27FC236}">
                  <a16:creationId xmlns:a16="http://schemas.microsoft.com/office/drawing/2014/main" id="{BC8C07E2-E363-DD23-7D5D-244013F36D28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947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Arial"/>
                        </a:rPr>
                        <a:t>Atendimento agêntico (Liza)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Usar a Liza para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entender a necessidade do cliente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, direcioná-lo à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loja mais aderente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maximizar, inicialmente, a conversão em comparecimento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— além de aumentar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produtividade do vendedor humano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no primeiro atendimento.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Lucas Lima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r:id="rId4" action="ppaction://hlinksldjump"/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3F7C0E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737741"/>
            <a:ext cx="868067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Ciclo completo em ~8 meses, com possibilidade de antecipação para ~3 meses, condicionada a suporte externo em tecnologia.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979930"/>
          <a:ext cx="11423874" cy="4512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75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3.1.1 / 3.2.1 / 3.3.1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Melhorias dos pontos críticos da jornada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: captura e validação de informações, condução da conversa, recomendações de veículos/lojas e simulação financeira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ago/26 –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Entendimento das situações de troca de veículo (trade-in)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implementado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out/26 – nov/26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1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Limites de interação e regras de encerramento ou transbordo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das conversas definidos e implementados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set/26 – nov/26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3.6.1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Integração entre Liza e atendimento humano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 transbordo inteligente, implementada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nov/26 – jan/27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3.7.1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Expansão da Liza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para atendimento dos ~120 mil leads gerados pelas campanhas Meta WhatsApp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jan/27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87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3.8.1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Gestão de performance da Liza aprimorada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com uso de agentes de IA (ex.: Alethe.IA)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jan/27 – fev/27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81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3.9.1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Ferramenta de IA consultiva implementada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 recomendações de abordagem integradas ao fluxo de vendas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Barreto e Lucas Lima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mar/27 – abr/27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2D087F6A-2989-6C64-1558-8CE7E2B751C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206461">
              <a:extLst>
                <a:ext uri="{FF2B5EF4-FFF2-40B4-BE49-F238E27FC236}">
                  <a16:creationId xmlns:a16="http://schemas.microsoft.com/office/drawing/2014/main" id="{EEC381F2-2C2A-6E20-66AA-982C8F884C29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387358">
              <a:extLst>
                <a:ext uri="{FF2B5EF4-FFF2-40B4-BE49-F238E27FC236}">
                  <a16:creationId xmlns:a16="http://schemas.microsoft.com/office/drawing/2014/main" id="{226E48B5-EA1C-CDF9-B195-C3CC9A45ECBD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351997">
              <a:extLst>
                <a:ext uri="{FF2B5EF4-FFF2-40B4-BE49-F238E27FC236}">
                  <a16:creationId xmlns:a16="http://schemas.microsoft.com/office/drawing/2014/main" id="{3645908C-38E3-8FCE-E49E-785CBF9E5644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372396">
              <a:extLst>
                <a:ext uri="{FF2B5EF4-FFF2-40B4-BE49-F238E27FC236}">
                  <a16:creationId xmlns:a16="http://schemas.microsoft.com/office/drawing/2014/main" id="{7EFAB161-4803-C395-AE40-23D044BB5B22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ED556AE8-1C6F-001D-9C7F-02E85DE154D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197040">
              <a:extLst>
                <a:ext uri="{FF2B5EF4-FFF2-40B4-BE49-F238E27FC236}">
                  <a16:creationId xmlns:a16="http://schemas.microsoft.com/office/drawing/2014/main" id="{E531FB0B-DE87-2660-CD40-F1E7636D3DC3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385660">
              <a:extLst>
                <a:ext uri="{FF2B5EF4-FFF2-40B4-BE49-F238E27FC236}">
                  <a16:creationId xmlns:a16="http://schemas.microsoft.com/office/drawing/2014/main" id="{A7C200AA-BD09-77CB-A8E1-661A11CEFB2D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249322">
              <a:extLst>
                <a:ext uri="{FF2B5EF4-FFF2-40B4-BE49-F238E27FC236}">
                  <a16:creationId xmlns:a16="http://schemas.microsoft.com/office/drawing/2014/main" id="{8CCE3B8A-4756-65CA-F796-31619FC07712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309774">
              <a:extLst>
                <a:ext uri="{FF2B5EF4-FFF2-40B4-BE49-F238E27FC236}">
                  <a16:creationId xmlns:a16="http://schemas.microsoft.com/office/drawing/2014/main" id="{F2B6B37C-C2AE-E262-CF9B-7463B58BB720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789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94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Arial"/>
                        </a:rPr>
                        <a:t>Atendimento pela Central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Melhorar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experiência dos clientes atendidos pela Central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(via transbordo da Liza ou escolha do cliente), direcioná-los à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loja mais aderente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e maximizar, inicialmente,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conversão em comparecimento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Rafael Vidal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Vitor Sueth (time do João Azevedo), Luis Dutra (time da Eloah Aguiar) e Rômulo Rodrigo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r:id="rId4" action="ppaction://hlinksldjump"/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3F7C0E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9844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839087"/>
          <a:ext cx="11423874" cy="4653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4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4.1.1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Melhores práticas de atendimento na Central mapeadas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Luis Dutra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4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4.2.1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Modelo de treinamento e nova rotina de gestão de performance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dos RDVs evoluídos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Rômulo Rodrigo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3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4.3.1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Teste com contratação de atendentes mais qualificados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(classe 13, nível de EVs, vs. classe 10, nível de CVs) realizado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Eloah Aguiar e Rômulo Rodrigo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7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4.4.1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Rotina de gestão de performance implementada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Vitor Sueth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4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4.5.1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Piloto de atendimento da Central em lojas do varejo lançado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Rômulo Rodrigo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46A3D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6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2360">
                <a:tc>
                  <a:txBody>
                    <a:bodyPr/>
                    <a:lstStyle/>
                    <a:p>
                      <a:pPr algn="l"/>
                      <a:r>
                        <a:rPr sz="950" b="1" i="0" dirty="0">
                          <a:solidFill>
                            <a:srgbClr val="757575"/>
                          </a:solidFill>
                          <a:latin typeface="Arial"/>
                        </a:rPr>
                        <a:t>4.5.2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Piloto de atendimento da Central em lojas do varejo expandido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(condicionado a resultados favoráveis)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Rômulo Rodrigo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dez/26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25D33E4A-171F-8404-8A59-6206A31C22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618849">
              <a:extLst>
                <a:ext uri="{FF2B5EF4-FFF2-40B4-BE49-F238E27FC236}">
                  <a16:creationId xmlns:a16="http://schemas.microsoft.com/office/drawing/2014/main" id="{A49B9D78-1CAD-12AE-3FB6-D2E95B3A25BE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572051">
              <a:extLst>
                <a:ext uri="{FF2B5EF4-FFF2-40B4-BE49-F238E27FC236}">
                  <a16:creationId xmlns:a16="http://schemas.microsoft.com/office/drawing/2014/main" id="{D1F65360-031C-5888-4667-82E4ECC3079F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474442">
              <a:extLst>
                <a:ext uri="{FF2B5EF4-FFF2-40B4-BE49-F238E27FC236}">
                  <a16:creationId xmlns:a16="http://schemas.microsoft.com/office/drawing/2014/main" id="{D0BA775C-F44F-9619-AB2B-8CC711DCD3CE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597196">
              <a:extLst>
                <a:ext uri="{FF2B5EF4-FFF2-40B4-BE49-F238E27FC236}">
                  <a16:creationId xmlns:a16="http://schemas.microsoft.com/office/drawing/2014/main" id="{8FF90BD1-C195-EA64-004C-48D651060A36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D2D1D83D-C8A0-0763-F9F4-9D66B68C979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254700">
              <a:extLst>
                <a:ext uri="{FF2B5EF4-FFF2-40B4-BE49-F238E27FC236}">
                  <a16:creationId xmlns:a16="http://schemas.microsoft.com/office/drawing/2014/main" id="{74B615FC-F7CD-9284-9708-0B6CAEB2821B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406164">
              <a:extLst>
                <a:ext uri="{FF2B5EF4-FFF2-40B4-BE49-F238E27FC236}">
                  <a16:creationId xmlns:a16="http://schemas.microsoft.com/office/drawing/2014/main" id="{C7EF89CE-E193-56E3-0561-7ECD828B211F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60523">
              <a:extLst>
                <a:ext uri="{FF2B5EF4-FFF2-40B4-BE49-F238E27FC236}">
                  <a16:creationId xmlns:a16="http://schemas.microsoft.com/office/drawing/2014/main" id="{CC93BE2A-F14D-D1A6-9AC1-516E7A50C2BA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129361">
              <a:extLst>
                <a:ext uri="{FF2B5EF4-FFF2-40B4-BE49-F238E27FC236}">
                  <a16:creationId xmlns:a16="http://schemas.microsoft.com/office/drawing/2014/main" id="{24661CA2-FB45-BAD0-7F6C-7F1D0724A0E5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947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791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Arial"/>
                        </a:rPr>
                        <a:t>Atendimento em loja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Melhorar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experiência dos clientes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nos atendimentos realizados pelos CVs e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aumentar a conversão em venda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, via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melhores práticas de atendimento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,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treinamento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gestão de performance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com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visibilidade completa do funil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Eloah Aguiar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Pablo Chaves e Isadora Savaget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r:id="rId4" action="ppaction://hlinksldjump"/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3F7C0E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1030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979930"/>
          <a:ext cx="11423874" cy="32849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5.1.1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Solução de atendimento via WhatsApp Business integrado ao Slack expandida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 para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todas as lojas do varejo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em ondas mensais (1 loja jul., 28 ago., 80 set., 156 out., 235 nov., 256 dez.)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Savaget e Denys Damm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dez/26 (TBC)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5.2.1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Inteligência de gestão da performance dos CVs implementada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, combinando indicadores do funil e dados qualitativos via Alethe.IA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Isadora Savaget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757575"/>
                          </a:solidFill>
                          <a:latin typeface="Arial"/>
                        </a:rPr>
                        <a:t>5.3.1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Ritos e rotina de gestão das equipes de loja revisados e implantados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Pablo Chaves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5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7562DFDA-B5CE-0DF1-2B02-F9A963C8240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312226">
              <a:extLst>
                <a:ext uri="{FF2B5EF4-FFF2-40B4-BE49-F238E27FC236}">
                  <a16:creationId xmlns:a16="http://schemas.microsoft.com/office/drawing/2014/main" id="{DFD26479-D4F8-F54E-F1FC-3F8C28038494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btfpColumnGapBlocker466181">
              <a:extLst>
                <a:ext uri="{FF2B5EF4-FFF2-40B4-BE49-F238E27FC236}">
                  <a16:creationId xmlns:a16="http://schemas.microsoft.com/office/drawing/2014/main" id="{ECFE6131-1CEE-47BA-ED3A-424C82DAEA43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btfpColumnIndicator886288">
              <a:extLst>
                <a:ext uri="{FF2B5EF4-FFF2-40B4-BE49-F238E27FC236}">
                  <a16:creationId xmlns:a16="http://schemas.microsoft.com/office/drawing/2014/main" id="{BFD21120-D06A-C9BB-DA01-01016664F105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594768">
              <a:extLst>
                <a:ext uri="{FF2B5EF4-FFF2-40B4-BE49-F238E27FC236}">
                  <a16:creationId xmlns:a16="http://schemas.microsoft.com/office/drawing/2014/main" id="{1EBC7A50-3F92-7DA9-801B-E75621B0BA18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A9525DC5-882F-B6A5-754E-7845B7D1CBE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703244">
              <a:extLst>
                <a:ext uri="{FF2B5EF4-FFF2-40B4-BE49-F238E27FC236}">
                  <a16:creationId xmlns:a16="http://schemas.microsoft.com/office/drawing/2014/main" id="{B29DD6B9-292E-E455-B04D-88D2C243CB6E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951249">
              <a:extLst>
                <a:ext uri="{FF2B5EF4-FFF2-40B4-BE49-F238E27FC236}">
                  <a16:creationId xmlns:a16="http://schemas.microsoft.com/office/drawing/2014/main" id="{85BBADD4-67AC-CF47-68A2-CD9341AAE578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267142">
              <a:extLst>
                <a:ext uri="{FF2B5EF4-FFF2-40B4-BE49-F238E27FC236}">
                  <a16:creationId xmlns:a16="http://schemas.microsoft.com/office/drawing/2014/main" id="{A8884CA6-0742-A118-3633-09879F7B44A3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942898">
              <a:extLst>
                <a:ext uri="{FF2B5EF4-FFF2-40B4-BE49-F238E27FC236}">
                  <a16:creationId xmlns:a16="http://schemas.microsoft.com/office/drawing/2014/main" id="{2D982503-427C-C9D2-6281-D4B17DD39399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74320"/>
          <a:ext cx="11563574" cy="9789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Arial"/>
                        </a:rPr>
                        <a:t>Geração de leads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Aumentar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eficácia e a eficiência da geração de leads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,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reduzindo o CAC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 (geral e por região/categoria), mantendo ou aumentando o volume gerado e elevando a </a:t>
                      </a:r>
                      <a:r>
                        <a:rPr sz="1050" b="1" i="0">
                          <a:solidFill>
                            <a:srgbClr val="6B6B6B"/>
                          </a:solidFill>
                          <a:latin typeface="Arial"/>
                        </a:rPr>
                        <a:t>qualidade dos leads a um menor custo</a:t>
                      </a:r>
                      <a:r>
                        <a:rPr sz="1050" b="0" i="0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85216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Juliana Ribas e Thaise Leocadio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09728" marB="109728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hlinkClick r:id="rId3" action="ppaction://hlinksldjump"/>
          </p:cNvPr>
          <p:cNvSpPr txBox="1"/>
          <p:nvPr/>
        </p:nvSpPr>
        <p:spPr>
          <a:xfrm>
            <a:off x="384048" y="1387983"/>
            <a:ext cx="21837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5" name="TextBox 4">
            <a:hlinkClick r:id="rId4" action="ppaction://hlinksldjump"/>
          </p:cNvPr>
          <p:cNvSpPr txBox="1"/>
          <p:nvPr/>
        </p:nvSpPr>
        <p:spPr>
          <a:xfrm>
            <a:off x="2785905" y="1387983"/>
            <a:ext cx="255857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6" name="TextBox 5">
            <a:hlinkClick r:id="rId5" action="ppaction://hlinksldjump"/>
          </p:cNvPr>
          <p:cNvSpPr txBox="1"/>
          <p:nvPr/>
        </p:nvSpPr>
        <p:spPr>
          <a:xfrm>
            <a:off x="5562586" y="1387983"/>
            <a:ext cx="16898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7" name="TextBox 6">
            <a:hlinkClick r:id="rId6" action="ppaction://hlinksldjump"/>
          </p:cNvPr>
          <p:cNvSpPr txBox="1"/>
          <p:nvPr/>
        </p:nvSpPr>
        <p:spPr>
          <a:xfrm>
            <a:off x="7470524" y="1387983"/>
            <a:ext cx="154393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8" name="TextBox 7">
            <a:hlinkClick r:id="rId7" action="ppaction://hlinksldjump"/>
          </p:cNvPr>
          <p:cNvSpPr txBox="1"/>
          <p:nvPr/>
        </p:nvSpPr>
        <p:spPr>
          <a:xfrm>
            <a:off x="9232560" y="1387983"/>
            <a:ext cx="128350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9" name="TextBox 8">
            <a:hlinkClick r:id="rId8" action="ppaction://hlinksldjump"/>
          </p:cNvPr>
          <p:cNvSpPr txBox="1"/>
          <p:nvPr/>
        </p:nvSpPr>
        <p:spPr>
          <a:xfrm>
            <a:off x="10734171" y="1387983"/>
            <a:ext cx="111032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3F7C0E"/>
                </a:solidFill>
                <a:latin typeface="Arial"/>
              </a:rPr>
              <a:t>6. Geração de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995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817243"/>
          <a:ext cx="11423874" cy="47442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7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18288" anchor="b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6.1.1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Modelo de atribuição aprimorado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6.1.2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BI gerencial e rotina mensal de apuração implementados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Juliana Ribas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6.2.1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Processo de revisão do plano de investimento em mídia implantado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ago/26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6.3.1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Diagnóstico das campanhas Google</a:t>
                      </a:r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 concluído e </a:t>
                      </a:r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plano de melhoria das táticas implementado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Leticia Medina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6.4.1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Diagnóstico das campanhas Meta</a:t>
                      </a:r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 concluído e </a:t>
                      </a:r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plano de melhoria das táticas implementado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Jessica Guimarães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6.5.1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Diagnóstico e revisão das demais campanhas</a:t>
                      </a:r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 (afiliados, programática etc.) concluídos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Thaise Leocadio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S3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6.6.1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Novas campanhas para segmentos prioritários</a:t>
                      </a:r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 (classe média/alta e SUVs) lançadas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Thaise Leocadio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S2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6.7.1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Modelo de produção e melhoria contínua de conteúdo revisado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Thaise Leocadio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827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6.8.1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Ativos prioritários de conversão</a:t>
                      </a:r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 (landing pages, conteúdos, páginas de cadastro e enriquecimento) </a:t>
                      </a:r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revisados e aprimorados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139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6.9.1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Modelo de experimentação implantado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set/26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31779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757575"/>
                          </a:solidFill>
                          <a:latin typeface="Arial"/>
                        </a:rPr>
                        <a:t>6.10.1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333333"/>
                          </a:solidFill>
                          <a:latin typeface="Arial"/>
                        </a:rPr>
                        <a:t>Oportunidades de geração de leads via parcerias e ativações comerciais mapeadas, priorizadas e testadas</a:t>
                      </a:r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; escalonamento dos modelos de melhor performance condicionado à comprovação de volume, conversão e custo por venda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6B6B6B"/>
                          </a:solidFill>
                          <a:latin typeface="Arial"/>
                        </a:rPr>
                        <a:t>S4 out/26</a:t>
                      </a:r>
                    </a:p>
                  </a:txBody>
                  <a:tcPr marL="64008" marR="64008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27432" marR="27432" anchor="ctr">
                    <a:lnL w="38100" cap="flat" cmpd="sng" algn="ctr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>
                    <a:lnL w="6350" cap="flat" cmpd="sng" algn="ctr">
                      <a:solidFill>
                        <a:srgbClr val="D5D5D5"/>
                      </a:solidFill>
                    </a:lnL>
                    <a:lnR w="6350" cap="flat" cmpd="sng" algn="ctr">
                      <a:solidFill>
                        <a:srgbClr val="D5D5D5"/>
                      </a:solidFill>
                    </a:lnR>
                    <a:lnT w="6350" cap="flat" cmpd="sng" algn="ctr">
                      <a:solidFill>
                        <a:srgbClr val="D5D5D5"/>
                      </a:solidFill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635508" y="363093"/>
            <a:ext cx="274320" cy="27432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" y="413385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" y="6565392"/>
            <a:ext cx="11423873" cy="0"/>
          </a:xfrm>
          <a:prstGeom prst="line">
            <a:avLst/>
          </a:prstGeom>
          <a:ln w="6350">
            <a:solidFill>
              <a:srgbClr val="E2E2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4048" y="6611112"/>
            <a:ext cx="913909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Fonte: Memorando estratégico Lead to Sales — Aceleração Seminovos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521" y="66111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6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85A7-DC4B-9E1A-EFB4-B1C908528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btfpColumnIndicatorGroup2">
            <a:extLst>
              <a:ext uri="{FF2B5EF4-FFF2-40B4-BE49-F238E27FC236}">
                <a16:creationId xmlns:a16="http://schemas.microsoft.com/office/drawing/2014/main" id="{046474CA-3CA9-770C-68BA-2B7CD3230EC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109819">
              <a:extLst>
                <a:ext uri="{FF2B5EF4-FFF2-40B4-BE49-F238E27FC236}">
                  <a16:creationId xmlns:a16="http://schemas.microsoft.com/office/drawing/2014/main" id="{14385B12-5073-51E6-ED74-1C72F999BFD3}"/>
                </a:ext>
              </a:extLst>
            </p:cNvPr>
            <p:cNvSpPr/>
            <p:nvPr/>
          </p:nvSpPr>
          <p:spPr>
            <a:xfrm>
              <a:off x="8686800" y="692658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btfpColumnGapBlocker600007">
              <a:extLst>
                <a:ext uri="{FF2B5EF4-FFF2-40B4-BE49-F238E27FC236}">
                  <a16:creationId xmlns:a16="http://schemas.microsoft.com/office/drawing/2014/main" id="{B25A3927-9ACA-4FBF-7EEC-B59E6E7CB5B8}"/>
                </a:ext>
              </a:extLst>
            </p:cNvPr>
            <p:cNvSpPr/>
            <p:nvPr/>
          </p:nvSpPr>
          <p:spPr>
            <a:xfrm>
              <a:off x="0" y="692658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" name="btfpColumnIndicator275600">
              <a:extLst>
                <a:ext uri="{FF2B5EF4-FFF2-40B4-BE49-F238E27FC236}">
                  <a16:creationId xmlns:a16="http://schemas.microsoft.com/office/drawing/2014/main" id="{2237F6B0-C978-39D7-3375-EECBDAFD7078}"/>
                </a:ext>
              </a:extLst>
            </p:cNvPr>
            <p:cNvCxnSpPr/>
            <p:nvPr/>
          </p:nvCxnSpPr>
          <p:spPr>
            <a:xfrm flipV="1">
              <a:off x="8686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171443">
              <a:extLst>
                <a:ext uri="{FF2B5EF4-FFF2-40B4-BE49-F238E27FC236}">
                  <a16:creationId xmlns:a16="http://schemas.microsoft.com/office/drawing/2014/main" id="{B91E2C6E-79C9-CDD5-B0D1-2E2B06ECA441}"/>
                </a:ext>
              </a:extLst>
            </p:cNvPr>
            <p:cNvCxnSpPr/>
            <p:nvPr/>
          </p:nvCxnSpPr>
          <p:spPr>
            <a:xfrm flipV="1">
              <a:off x="457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btfpColumnIndicatorGroup1">
            <a:extLst>
              <a:ext uri="{FF2B5EF4-FFF2-40B4-BE49-F238E27FC236}">
                <a16:creationId xmlns:a16="http://schemas.microsoft.com/office/drawing/2014/main" id="{906FE365-C38F-A023-0F18-F75B1EF0CF0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223023">
              <a:extLst>
                <a:ext uri="{FF2B5EF4-FFF2-40B4-BE49-F238E27FC236}">
                  <a16:creationId xmlns:a16="http://schemas.microsoft.com/office/drawing/2014/main" id="{4188F816-D3E7-B59C-B636-C260437C7DD6}"/>
                </a:ext>
              </a:extLst>
            </p:cNvPr>
            <p:cNvSpPr/>
            <p:nvPr/>
          </p:nvSpPr>
          <p:spPr>
            <a:xfrm>
              <a:off x="8686800" y="-205740"/>
              <a:ext cx="3505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btfpColumnGapBlocker832889">
              <a:extLst>
                <a:ext uri="{FF2B5EF4-FFF2-40B4-BE49-F238E27FC236}">
                  <a16:creationId xmlns:a16="http://schemas.microsoft.com/office/drawing/2014/main" id="{03D017A7-C4D1-B5FC-6F29-5CE1482F1722}"/>
                </a:ext>
              </a:extLst>
            </p:cNvPr>
            <p:cNvSpPr/>
            <p:nvPr/>
          </p:nvSpPr>
          <p:spPr>
            <a:xfrm>
              <a:off x="0" y="-205740"/>
              <a:ext cx="457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9" name="btfpColumnIndicator653124">
              <a:extLst>
                <a:ext uri="{FF2B5EF4-FFF2-40B4-BE49-F238E27FC236}">
                  <a16:creationId xmlns:a16="http://schemas.microsoft.com/office/drawing/2014/main" id="{4BBB5E65-8F56-361C-D82B-B51A3F76F1C8}"/>
                </a:ext>
              </a:extLst>
            </p:cNvPr>
            <p:cNvCxnSpPr/>
            <p:nvPr/>
          </p:nvCxnSpPr>
          <p:spPr>
            <a:xfrm flipV="1">
              <a:off x="8686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185746">
              <a:extLst>
                <a:ext uri="{FF2B5EF4-FFF2-40B4-BE49-F238E27FC236}">
                  <a16:creationId xmlns:a16="http://schemas.microsoft.com/office/drawing/2014/main" id="{43ACD09E-AC64-1469-56EF-E08442678169}"/>
                </a:ext>
              </a:extLst>
            </p:cNvPr>
            <p:cNvCxnSpPr/>
            <p:nvPr/>
          </p:nvCxnSpPr>
          <p:spPr>
            <a:xfrm flipV="1">
              <a:off x="457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1751F981-404B-DA55-70D3-578870B4DDB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51F981-404B-DA55-70D3-578870B4DD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5">
            <a:extLst>
              <a:ext uri="{FF2B5EF4-FFF2-40B4-BE49-F238E27FC236}">
                <a16:creationId xmlns:a16="http://schemas.microsoft.com/office/drawing/2014/main" id="{72D69677-D672-0C5A-5637-99E81AF98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309" b="21432"/>
          <a:stretch/>
        </p:blipFill>
        <p:spPr bwMode="auto">
          <a:xfrm>
            <a:off x="3175" y="-8732"/>
            <a:ext cx="12188825" cy="686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51">
            <a:extLst>
              <a:ext uri="{FF2B5EF4-FFF2-40B4-BE49-F238E27FC236}">
                <a16:creationId xmlns:a16="http://schemas.microsoft.com/office/drawing/2014/main" id="{322D2410-E9D3-DB27-DFD0-C78893D3191A}"/>
              </a:ext>
            </a:extLst>
          </p:cNvPr>
          <p:cNvSpPr/>
          <p:nvPr/>
        </p:nvSpPr>
        <p:spPr bwMode="gray">
          <a:xfrm rot="10800000">
            <a:off x="7449185" y="-8873"/>
            <a:ext cx="4739640" cy="6866873"/>
          </a:xfrm>
          <a:custGeom>
            <a:avLst/>
            <a:gdLst>
              <a:gd name="connsiteX0" fmla="*/ 0 w 4556760"/>
              <a:gd name="connsiteY0" fmla="*/ 0 h 6858001"/>
              <a:gd name="connsiteX1" fmla="*/ 4556760 w 4556760"/>
              <a:gd name="connsiteY1" fmla="*/ 0 h 6858001"/>
              <a:gd name="connsiteX2" fmla="*/ 4556760 w 4556760"/>
              <a:gd name="connsiteY2" fmla="*/ 6858001 h 6858001"/>
              <a:gd name="connsiteX3" fmla="*/ 0 w 4556760"/>
              <a:gd name="connsiteY3" fmla="*/ 6858001 h 6858001"/>
              <a:gd name="connsiteX4" fmla="*/ 0 w 455676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45567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  <a:gd name="connsiteX0" fmla="*/ 0 w 5059680"/>
              <a:gd name="connsiteY0" fmla="*/ 0 h 6858001"/>
              <a:gd name="connsiteX1" fmla="*/ 5059680 w 5059680"/>
              <a:gd name="connsiteY1" fmla="*/ 0 h 6858001"/>
              <a:gd name="connsiteX2" fmla="*/ 3604260 w 5059680"/>
              <a:gd name="connsiteY2" fmla="*/ 6858001 h 6858001"/>
              <a:gd name="connsiteX3" fmla="*/ 0 w 5059680"/>
              <a:gd name="connsiteY3" fmla="*/ 6858001 h 6858001"/>
              <a:gd name="connsiteX4" fmla="*/ 0 w 5059680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9680" h="6858001">
                <a:moveTo>
                  <a:pt x="0" y="0"/>
                </a:moveTo>
                <a:lnTo>
                  <a:pt x="5059680" y="0"/>
                </a:lnTo>
                <a:lnTo>
                  <a:pt x="3604260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solidFill>
            <a:srgbClr val="05662B">
              <a:alpha val="85098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D92B17-0177-FA79-FBC0-195F82D53B68}"/>
              </a:ext>
            </a:extLst>
          </p:cNvPr>
          <p:cNvSpPr/>
          <p:nvPr/>
        </p:nvSpPr>
        <p:spPr>
          <a:xfrm>
            <a:off x="8584678" y="4436893"/>
            <a:ext cx="3398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000" b="1" spc="600" noProof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</a:t>
            </a:r>
          </a:p>
        </p:txBody>
      </p:sp>
      <p:pic>
        <p:nvPicPr>
          <p:cNvPr id="12" name="BainLogo">
            <a:extLst>
              <a:ext uri="{FF2B5EF4-FFF2-40B4-BE49-F238E27FC236}">
                <a16:creationId xmlns:a16="http://schemas.microsoft.com/office/drawing/2014/main" id="{AFD8D426-76DE-A22B-6E06-D989B865EFE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951" y="6245458"/>
            <a:ext cx="2702849" cy="338221"/>
          </a:xfrm>
          <a:prstGeom prst="rect">
            <a:avLst/>
          </a:prstGeom>
        </p:spPr>
      </p:pic>
      <p:pic>
        <p:nvPicPr>
          <p:cNvPr id="18" name="Gráfico 10">
            <a:extLst>
              <a:ext uri="{FF2B5EF4-FFF2-40B4-BE49-F238E27FC236}">
                <a16:creationId xmlns:a16="http://schemas.microsoft.com/office/drawing/2014/main" id="{1817BBB5-6074-9C37-B257-6CB7EC8A66D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0779" y="5818547"/>
            <a:ext cx="2241021" cy="3051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43288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.&quot; ThousandSeparator=&quot;,&quot; NegativeNumberFormat=&quot;1&quot; /&gt;&lt;DateFormat CultureID=&quot;1046&quot; FormatString=&quot;dd/MM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HEIGHT" val="301,0001"/>
  <p:tag name="BTFPWIDTH" val="646,6347"/>
  <p:tag name="BTFPLAYOUTENAB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0C279CF9C0D4B8087287AC93D57D9" ma:contentTypeVersion="14" ma:contentTypeDescription="Create a new document." ma:contentTypeScope="" ma:versionID="fcba2508c1c75592473379ebc437a723">
  <xsd:schema xmlns:xsd="http://www.w3.org/2001/XMLSchema" xmlns:xs="http://www.w3.org/2001/XMLSchema" xmlns:p="http://schemas.microsoft.com/office/2006/metadata/properties" xmlns:ns2="c094afca-7755-4ae9-be2c-d587a5bd2e00" xmlns:ns3="7bce436f-c9fd-4ecc-8d2f-a787df148e39" targetNamespace="http://schemas.microsoft.com/office/2006/metadata/properties" ma:root="true" ma:fieldsID="44c3a10ace9452de33227aab48a970ab" ns2:_="" ns3:_="">
    <xsd:import namespace="c094afca-7755-4ae9-be2c-d587a5bd2e00"/>
    <xsd:import namespace="7bce436f-c9fd-4ecc-8d2f-a787df148e39"/>
    <xsd:element name="properties">
      <xsd:complexType>
        <xsd:sequence>
          <xsd:element name="documentManagement">
            <xsd:complexType>
              <xsd:all>
                <xsd:element ref="ns2:xSherpaClassifyTag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4afca-7755-4ae9-be2c-d587a5bd2e00" elementFormDefault="qualified">
    <xsd:import namespace="http://schemas.microsoft.com/office/2006/documentManagement/types"/>
    <xsd:import namespace="http://schemas.microsoft.com/office/infopath/2007/PartnerControls"/>
    <xsd:element name="xSherpaClassifyTag" ma:index="8" nillable="true" ma:displayName="xSherpaClassifyTag" ma:indexed="true" ma:internalName="xSherpaClassifyTag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e436f-c9fd-4ecc-8d2f-a787df148e3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32badfb-2307-4df3-9ada-37a0ec16706e}" ma:internalName="TaxCatchAll" ma:showField="CatchAllData" ma:web="7bce436f-c9fd-4ecc-8d2f-a787df148e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94afca-7755-4ae9-be2c-d587a5bd2e00">
      <Terms xmlns="http://schemas.microsoft.com/office/infopath/2007/PartnerControls"/>
    </lcf76f155ced4ddcb4097134ff3c332f>
    <TaxCatchAll xmlns="7bce436f-c9fd-4ecc-8d2f-a787df148e39" xsi:nil="true"/>
    <xSherpaClassifyTag xmlns="c094afca-7755-4ae9-be2c-d587a5bd2e00" xsi:nil="true"/>
  </documentManagement>
</p:properties>
</file>

<file path=customXml/itemProps1.xml><?xml version="1.0" encoding="utf-8"?>
<ds:datastoreItem xmlns:ds="http://schemas.openxmlformats.org/officeDocument/2006/customXml" ds:itemID="{B86525BA-8ADE-410C-B0B3-D3295D241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94afca-7755-4ae9-be2c-d587a5bd2e00"/>
    <ds:schemaRef ds:uri="7bce436f-c9fd-4ecc-8d2f-a787df148e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C69DB9-5445-416D-83FF-7564596D57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0280EB-A1B5-441A-9149-8C23B9B5C483}">
  <ds:schemaRefs>
    <ds:schemaRef ds:uri="http://schemas.microsoft.com/office/2006/metadata/properties"/>
    <ds:schemaRef ds:uri="http://schemas.microsoft.com/office/infopath/2007/PartnerControls"/>
    <ds:schemaRef ds:uri="c094afca-7755-4ae9-be2c-d587a5bd2e00"/>
    <ds:schemaRef ds:uri="7bce436f-c9fd-4ecc-8d2f-a787df148e3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2536</Words>
  <Application>Microsoft Office PowerPoint</Application>
  <PresentationFormat>Widescreen</PresentationFormat>
  <Paragraphs>633</Paragraphs>
  <Slides>11</Slides>
  <Notes>4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Bain Core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Qualificação e alocação de leads: plano considera ter versão 1.0 do modelo em 100 lojas no dia 11/09 com site e canais Meta coletando as informações mínimas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Lead-to-Sales — Frentes e Milestones</dc:title>
  <dc:subject/>
  <dc:creator>Queiroz, Alexandre</dc:creator>
  <cp:keywords/>
  <dc:description>generated using python-pptx</dc:description>
  <cp:lastModifiedBy>Queiroz, Alexandre</cp:lastModifiedBy>
  <cp:revision>2</cp:revision>
  <dcterms:created xsi:type="dcterms:W3CDTF">2013-01-27T09:14:16Z</dcterms:created>
  <dcterms:modified xsi:type="dcterms:W3CDTF">2026-08-29T00:32:18Z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0x0101003C80C279CF9C0D4B8087287AC93D57D9</vt:lpwstr>
  </property>
  <property fmtid="{D5CDD505-2E9C-101B-9397-08002B2CF9AE}" pid="3" name="MediaServiceImageTags">
    <vt:lpwstr/>
  </property>
</Properties>
</file>